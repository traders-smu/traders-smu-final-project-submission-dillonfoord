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1"/>
  </p:notesMasterIdLst>
  <p:handoutMasterIdLst>
    <p:handoutMasterId r:id="rId22"/>
  </p:handoutMasterIdLst>
  <p:sldIdLst>
    <p:sldId id="278" r:id="rId8"/>
    <p:sldId id="265" r:id="rId9"/>
    <p:sldId id="279" r:id="rId10"/>
    <p:sldId id="281" r:id="rId11"/>
    <p:sldId id="282" r:id="rId12"/>
    <p:sldId id="283" r:id="rId13"/>
    <p:sldId id="284" r:id="rId14"/>
    <p:sldId id="285" r:id="rId15"/>
    <p:sldId id="286" r:id="rId16"/>
    <p:sldId id="287" r:id="rId17"/>
    <p:sldId id="288" r:id="rId18"/>
    <p:sldId id="289" r:id="rId19"/>
    <p:sldId id="264"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0C111D"/>
    <a:srgbClr val="667085"/>
    <a:srgbClr val="D3D3D3"/>
    <a:srgbClr val="026A94"/>
    <a:srgbClr val="2B3145"/>
    <a:srgbClr val="196B24"/>
    <a:srgbClr val="000000"/>
    <a:srgbClr val="A6A6A6"/>
    <a:srgbClr val="0026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2DBCE-25AA-4FBD-87B2-17D9AF444A34}" v="4257" dt="2025-04-30T02:20:20.59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60" autoAdjust="0"/>
    <p:restoredTop sz="96203"/>
  </p:normalViewPr>
  <p:slideViewPr>
    <p:cSldViewPr snapToGrid="0" snapToObjects="1">
      <p:cViewPr varScale="1">
        <p:scale>
          <a:sx n="53" d="100"/>
          <a:sy n="53"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109" d="100"/>
          <a:sy n="109" d="100"/>
        </p:scale>
        <p:origin x="41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llon Foord" userId="50dfe175f0bdcce9" providerId="LiveId" clId="{20D2DBCE-25AA-4FBD-87B2-17D9AF444A34}"/>
    <pc:docChg chg="undo custSel addSld delSld modSld">
      <pc:chgData name="Dillon Foord" userId="50dfe175f0bdcce9" providerId="LiveId" clId="{20D2DBCE-25AA-4FBD-87B2-17D9AF444A34}" dt="2025-04-30T02:23:58.892" v="4272" actId="1076"/>
      <pc:docMkLst>
        <pc:docMk/>
      </pc:docMkLst>
      <pc:sldChg chg="modSp mod">
        <pc:chgData name="Dillon Foord" userId="50dfe175f0bdcce9" providerId="LiveId" clId="{20D2DBCE-25AA-4FBD-87B2-17D9AF444A34}" dt="2025-04-30T02:23:58.892" v="4272" actId="1076"/>
        <pc:sldMkLst>
          <pc:docMk/>
          <pc:sldMk cId="1505823097" sldId="265"/>
        </pc:sldMkLst>
        <pc:spChg chg="mod">
          <ac:chgData name="Dillon Foord" userId="50dfe175f0bdcce9" providerId="LiveId" clId="{20D2DBCE-25AA-4FBD-87B2-17D9AF444A34}" dt="2025-04-30T02:23:58.892" v="4272" actId="1076"/>
          <ac:spMkLst>
            <pc:docMk/>
            <pc:sldMk cId="1505823097" sldId="265"/>
            <ac:spMk id="3" creationId="{67376405-A736-F70F-6BFC-69505CA7DFE0}"/>
          </ac:spMkLst>
        </pc:spChg>
      </pc:sldChg>
      <pc:sldChg chg="addSp delSp modSp mod">
        <pc:chgData name="Dillon Foord" userId="50dfe175f0bdcce9" providerId="LiveId" clId="{20D2DBCE-25AA-4FBD-87B2-17D9AF444A34}" dt="2025-04-30T02:23:02.646" v="4261" actId="478"/>
        <pc:sldMkLst>
          <pc:docMk/>
          <pc:sldMk cId="2204278369" sldId="279"/>
        </pc:sldMkLst>
        <pc:spChg chg="mod">
          <ac:chgData name="Dillon Foord" userId="50dfe175f0bdcce9" providerId="LiveId" clId="{20D2DBCE-25AA-4FBD-87B2-17D9AF444A34}" dt="2025-04-30T01:24:52.290" v="56" actId="20577"/>
          <ac:spMkLst>
            <pc:docMk/>
            <pc:sldMk cId="2204278369" sldId="279"/>
            <ac:spMk id="2" creationId="{56140C4E-4396-0F28-5699-21BA9AFF53C9}"/>
          </ac:spMkLst>
        </pc:spChg>
        <pc:spChg chg="mod">
          <ac:chgData name="Dillon Foord" userId="50dfe175f0bdcce9" providerId="LiveId" clId="{20D2DBCE-25AA-4FBD-87B2-17D9AF444A34}" dt="2025-04-30T02:22:51.457" v="4260" actId="20577"/>
          <ac:spMkLst>
            <pc:docMk/>
            <pc:sldMk cId="2204278369" sldId="279"/>
            <ac:spMk id="3" creationId="{B459024D-4E10-F5C5-8178-BBD9C3E290C0}"/>
          </ac:spMkLst>
        </pc:spChg>
        <pc:spChg chg="del">
          <ac:chgData name="Dillon Foord" userId="50dfe175f0bdcce9" providerId="LiveId" clId="{20D2DBCE-25AA-4FBD-87B2-17D9AF444A34}" dt="2025-04-30T02:23:02.646" v="4261" actId="478"/>
          <ac:spMkLst>
            <pc:docMk/>
            <pc:sldMk cId="2204278369" sldId="279"/>
            <ac:spMk id="4" creationId="{052BBF47-4639-0A62-6009-AFAD5F88287A}"/>
          </ac:spMkLst>
        </pc:spChg>
        <pc:picChg chg="add mod">
          <ac:chgData name="Dillon Foord" userId="50dfe175f0bdcce9" providerId="LiveId" clId="{20D2DBCE-25AA-4FBD-87B2-17D9AF444A34}" dt="2025-04-30T01:30:31.331" v="228" actId="1076"/>
          <ac:picMkLst>
            <pc:docMk/>
            <pc:sldMk cId="2204278369" sldId="279"/>
            <ac:picMk id="7" creationId="{1E70A477-C521-01EA-E4D8-1A2FBED83CA1}"/>
          </ac:picMkLst>
        </pc:picChg>
        <pc:picChg chg="add mod">
          <ac:chgData name="Dillon Foord" userId="50dfe175f0bdcce9" providerId="LiveId" clId="{20D2DBCE-25AA-4FBD-87B2-17D9AF444A34}" dt="2025-04-30T01:30:35.669" v="229" actId="1076"/>
          <ac:picMkLst>
            <pc:docMk/>
            <pc:sldMk cId="2204278369" sldId="279"/>
            <ac:picMk id="9" creationId="{9071B0F5-AE71-78E9-982C-E89D42606402}"/>
          </ac:picMkLst>
        </pc:picChg>
      </pc:sldChg>
      <pc:sldChg chg="del">
        <pc:chgData name="Dillon Foord" userId="50dfe175f0bdcce9" providerId="LiveId" clId="{20D2DBCE-25AA-4FBD-87B2-17D9AF444A34}" dt="2025-04-30T02:13:45.461" v="3651" actId="47"/>
        <pc:sldMkLst>
          <pc:docMk/>
          <pc:sldMk cId="2012267991" sldId="280"/>
        </pc:sldMkLst>
      </pc:sldChg>
      <pc:sldChg chg="addSp delSp modSp add mod">
        <pc:chgData name="Dillon Foord" userId="50dfe175f0bdcce9" providerId="LiveId" clId="{20D2DBCE-25AA-4FBD-87B2-17D9AF444A34}" dt="2025-04-30T02:23:08.397" v="4262" actId="478"/>
        <pc:sldMkLst>
          <pc:docMk/>
          <pc:sldMk cId="2353528270" sldId="281"/>
        </pc:sldMkLst>
        <pc:spChg chg="mod">
          <ac:chgData name="Dillon Foord" userId="50dfe175f0bdcce9" providerId="LiveId" clId="{20D2DBCE-25AA-4FBD-87B2-17D9AF444A34}" dt="2025-04-30T01:32:49.681" v="282" actId="20577"/>
          <ac:spMkLst>
            <pc:docMk/>
            <pc:sldMk cId="2353528270" sldId="281"/>
            <ac:spMk id="2" creationId="{A62541FE-0C77-5034-5758-A97E41063033}"/>
          </ac:spMkLst>
        </pc:spChg>
        <pc:spChg chg="del mod">
          <ac:chgData name="Dillon Foord" userId="50dfe175f0bdcce9" providerId="LiveId" clId="{20D2DBCE-25AA-4FBD-87B2-17D9AF444A34}" dt="2025-04-30T01:35:14.802" v="283" actId="22"/>
          <ac:spMkLst>
            <pc:docMk/>
            <pc:sldMk cId="2353528270" sldId="281"/>
            <ac:spMk id="3" creationId="{DDEF6DE7-F29B-E8D6-58F3-5A8AED16CC96}"/>
          </ac:spMkLst>
        </pc:spChg>
        <pc:spChg chg="del">
          <ac:chgData name="Dillon Foord" userId="50dfe175f0bdcce9" providerId="LiveId" clId="{20D2DBCE-25AA-4FBD-87B2-17D9AF444A34}" dt="2025-04-30T02:23:08.397" v="4262" actId="478"/>
          <ac:spMkLst>
            <pc:docMk/>
            <pc:sldMk cId="2353528270" sldId="281"/>
            <ac:spMk id="4" creationId="{DCFBABE6-44FE-4831-3E6B-57AB34B066E4}"/>
          </ac:spMkLst>
        </pc:spChg>
        <pc:spChg chg="add del mod">
          <ac:chgData name="Dillon Foord" userId="50dfe175f0bdcce9" providerId="LiveId" clId="{20D2DBCE-25AA-4FBD-87B2-17D9AF444A34}" dt="2025-04-30T01:36:42.150" v="326" actId="478"/>
          <ac:spMkLst>
            <pc:docMk/>
            <pc:sldMk cId="2353528270" sldId="281"/>
            <ac:spMk id="10" creationId="{2BDA3919-51D5-CBFC-CF35-5D4A08E72EF4}"/>
          </ac:spMkLst>
        </pc:spChg>
        <pc:spChg chg="add mod">
          <ac:chgData name="Dillon Foord" userId="50dfe175f0bdcce9" providerId="LiveId" clId="{20D2DBCE-25AA-4FBD-87B2-17D9AF444A34}" dt="2025-04-30T01:41:41.839" v="645" actId="14100"/>
          <ac:spMkLst>
            <pc:docMk/>
            <pc:sldMk cId="2353528270" sldId="281"/>
            <ac:spMk id="11" creationId="{659EAA8E-E08C-8794-E051-945553D0E089}"/>
          </ac:spMkLst>
        </pc:spChg>
        <pc:picChg chg="del">
          <ac:chgData name="Dillon Foord" userId="50dfe175f0bdcce9" providerId="LiveId" clId="{20D2DBCE-25AA-4FBD-87B2-17D9AF444A34}" dt="2025-04-30T01:31:14.280" v="231" actId="478"/>
          <ac:picMkLst>
            <pc:docMk/>
            <pc:sldMk cId="2353528270" sldId="281"/>
            <ac:picMk id="7" creationId="{E773D3C4-DED7-3B79-E9E1-6F03CA4ABB5A}"/>
          </ac:picMkLst>
        </pc:picChg>
        <pc:picChg chg="add mod ord">
          <ac:chgData name="Dillon Foord" userId="50dfe175f0bdcce9" providerId="LiveId" clId="{20D2DBCE-25AA-4FBD-87B2-17D9AF444A34}" dt="2025-04-30T01:35:46.721" v="287" actId="1076"/>
          <ac:picMkLst>
            <pc:docMk/>
            <pc:sldMk cId="2353528270" sldId="281"/>
            <ac:picMk id="8" creationId="{98A97F7E-770A-64D4-EF5E-A3131FD366C3}"/>
          </ac:picMkLst>
        </pc:picChg>
        <pc:picChg chg="del">
          <ac:chgData name="Dillon Foord" userId="50dfe175f0bdcce9" providerId="LiveId" clId="{20D2DBCE-25AA-4FBD-87B2-17D9AF444A34}" dt="2025-04-30T01:31:15.572" v="232" actId="478"/>
          <ac:picMkLst>
            <pc:docMk/>
            <pc:sldMk cId="2353528270" sldId="281"/>
            <ac:picMk id="9" creationId="{F7E360C9-D00B-9DC3-BAA4-E8EC24188BFE}"/>
          </ac:picMkLst>
        </pc:picChg>
      </pc:sldChg>
      <pc:sldChg chg="addSp delSp modSp add mod">
        <pc:chgData name="Dillon Foord" userId="50dfe175f0bdcce9" providerId="LiveId" clId="{20D2DBCE-25AA-4FBD-87B2-17D9AF444A34}" dt="2025-04-30T02:23:11.661" v="4263" actId="478"/>
        <pc:sldMkLst>
          <pc:docMk/>
          <pc:sldMk cId="1316463397" sldId="282"/>
        </pc:sldMkLst>
        <pc:spChg chg="mod">
          <ac:chgData name="Dillon Foord" userId="50dfe175f0bdcce9" providerId="LiveId" clId="{20D2DBCE-25AA-4FBD-87B2-17D9AF444A34}" dt="2025-04-30T01:40:04.379" v="629" actId="20577"/>
          <ac:spMkLst>
            <pc:docMk/>
            <pc:sldMk cId="1316463397" sldId="282"/>
            <ac:spMk id="2" creationId="{3653A895-934D-B51D-E643-8EC1A21E7852}"/>
          </ac:spMkLst>
        </pc:spChg>
        <pc:spChg chg="del">
          <ac:chgData name="Dillon Foord" userId="50dfe175f0bdcce9" providerId="LiveId" clId="{20D2DBCE-25AA-4FBD-87B2-17D9AF444A34}" dt="2025-04-30T01:40:17.767" v="630" actId="22"/>
          <ac:spMkLst>
            <pc:docMk/>
            <pc:sldMk cId="1316463397" sldId="282"/>
            <ac:spMk id="3" creationId="{AB8ECB25-E82F-9ADD-D351-A3063F57B281}"/>
          </ac:spMkLst>
        </pc:spChg>
        <pc:spChg chg="del">
          <ac:chgData name="Dillon Foord" userId="50dfe175f0bdcce9" providerId="LiveId" clId="{20D2DBCE-25AA-4FBD-87B2-17D9AF444A34}" dt="2025-04-30T02:23:11.661" v="4263" actId="478"/>
          <ac:spMkLst>
            <pc:docMk/>
            <pc:sldMk cId="1316463397" sldId="282"/>
            <ac:spMk id="4" creationId="{47C7A0DB-CB18-3CE1-902C-1616055CAC30}"/>
          </ac:spMkLst>
        </pc:spChg>
        <pc:spChg chg="add mod">
          <ac:chgData name="Dillon Foord" userId="50dfe175f0bdcce9" providerId="LiveId" clId="{20D2DBCE-25AA-4FBD-87B2-17D9AF444A34}" dt="2025-04-30T01:44:17.210" v="655" actId="20577"/>
          <ac:spMkLst>
            <pc:docMk/>
            <pc:sldMk cId="1316463397" sldId="282"/>
            <ac:spMk id="8" creationId="{C89B55FA-1BB3-6776-4423-52BEA7821907}"/>
          </ac:spMkLst>
        </pc:spChg>
        <pc:picChg chg="add mod ord">
          <ac:chgData name="Dillon Foord" userId="50dfe175f0bdcce9" providerId="LiveId" clId="{20D2DBCE-25AA-4FBD-87B2-17D9AF444A34}" dt="2025-04-30T01:40:44.125" v="637" actId="1076"/>
          <ac:picMkLst>
            <pc:docMk/>
            <pc:sldMk cId="1316463397" sldId="282"/>
            <ac:picMk id="7" creationId="{6E7B61CE-A29D-02EC-8C68-D6A4C9BC5542}"/>
          </ac:picMkLst>
        </pc:picChg>
      </pc:sldChg>
      <pc:sldChg chg="addSp delSp modSp add mod modClrScheme chgLayout">
        <pc:chgData name="Dillon Foord" userId="50dfe175f0bdcce9" providerId="LiveId" clId="{20D2DBCE-25AA-4FBD-87B2-17D9AF444A34}" dt="2025-04-30T02:23:14.644" v="4264" actId="478"/>
        <pc:sldMkLst>
          <pc:docMk/>
          <pc:sldMk cId="3438603575" sldId="283"/>
        </pc:sldMkLst>
        <pc:spChg chg="del">
          <ac:chgData name="Dillon Foord" userId="50dfe175f0bdcce9" providerId="LiveId" clId="{20D2DBCE-25AA-4FBD-87B2-17D9AF444A34}" dt="2025-04-30T01:47:56.820" v="657" actId="26606"/>
          <ac:spMkLst>
            <pc:docMk/>
            <pc:sldMk cId="3438603575" sldId="283"/>
            <ac:spMk id="2" creationId="{E154DEE3-372E-D116-FD1E-577C2B85A5C7}"/>
          </ac:spMkLst>
        </pc:spChg>
        <pc:spChg chg="del">
          <ac:chgData name="Dillon Foord" userId="50dfe175f0bdcce9" providerId="LiveId" clId="{20D2DBCE-25AA-4FBD-87B2-17D9AF444A34}" dt="2025-04-30T01:47:56.820" v="657" actId="26606"/>
          <ac:spMkLst>
            <pc:docMk/>
            <pc:sldMk cId="3438603575" sldId="283"/>
            <ac:spMk id="3" creationId="{AD094943-130F-3B58-37F6-5A9627AE8A8F}"/>
          </ac:spMkLst>
        </pc:spChg>
        <pc:spChg chg="del">
          <ac:chgData name="Dillon Foord" userId="50dfe175f0bdcce9" providerId="LiveId" clId="{20D2DBCE-25AA-4FBD-87B2-17D9AF444A34}" dt="2025-04-30T01:47:56.820" v="657" actId="26606"/>
          <ac:spMkLst>
            <pc:docMk/>
            <pc:sldMk cId="3438603575" sldId="283"/>
            <ac:spMk id="4" creationId="{4E26E989-9A21-0D6F-3CCE-0C018F0D3730}"/>
          </ac:spMkLst>
        </pc:spChg>
        <pc:spChg chg="mod ord">
          <ac:chgData name="Dillon Foord" userId="50dfe175f0bdcce9" providerId="LiveId" clId="{20D2DBCE-25AA-4FBD-87B2-17D9AF444A34}" dt="2025-04-30T01:47:56.820" v="657" actId="26606"/>
          <ac:spMkLst>
            <pc:docMk/>
            <pc:sldMk cId="3438603575" sldId="283"/>
            <ac:spMk id="5" creationId="{96362BFE-0F44-8B12-66CC-B10E23BF804B}"/>
          </ac:spMkLst>
        </pc:spChg>
        <pc:spChg chg="add mod">
          <ac:chgData name="Dillon Foord" userId="50dfe175f0bdcce9" providerId="LiveId" clId="{20D2DBCE-25AA-4FBD-87B2-17D9AF444A34}" dt="2025-04-30T01:55:52.890" v="1158" actId="255"/>
          <ac:spMkLst>
            <pc:docMk/>
            <pc:sldMk cId="3438603575" sldId="283"/>
            <ac:spMk id="1031" creationId="{CE8D0207-33D4-FED3-C33B-0FF5023B302C}"/>
          </ac:spMkLst>
        </pc:spChg>
        <pc:spChg chg="add del mod">
          <ac:chgData name="Dillon Foord" userId="50dfe175f0bdcce9" providerId="LiveId" clId="{20D2DBCE-25AA-4FBD-87B2-17D9AF444A34}" dt="2025-04-30T02:23:14.644" v="4264" actId="478"/>
          <ac:spMkLst>
            <pc:docMk/>
            <pc:sldMk cId="3438603575" sldId="283"/>
            <ac:spMk id="1033" creationId="{EC67ED9D-AFA2-6720-8D2D-B1F01E12BEDD}"/>
          </ac:spMkLst>
        </pc:spChg>
        <pc:spChg chg="add mod">
          <ac:chgData name="Dillon Foord" userId="50dfe175f0bdcce9" providerId="LiveId" clId="{20D2DBCE-25AA-4FBD-87B2-17D9AF444A34}" dt="2025-04-30T01:48:19.068" v="700" actId="20577"/>
          <ac:spMkLst>
            <pc:docMk/>
            <pc:sldMk cId="3438603575" sldId="283"/>
            <ac:spMk id="1035" creationId="{4386628B-8BAF-2554-2F53-C192C0F18228}"/>
          </ac:spMkLst>
        </pc:spChg>
        <pc:picChg chg="add mod">
          <ac:chgData name="Dillon Foord" userId="50dfe175f0bdcce9" providerId="LiveId" clId="{20D2DBCE-25AA-4FBD-87B2-17D9AF444A34}" dt="2025-04-30T01:48:09.778" v="662" actId="14100"/>
          <ac:picMkLst>
            <pc:docMk/>
            <pc:sldMk cId="3438603575" sldId="283"/>
            <ac:picMk id="1026" creationId="{FCC997AA-36C5-B01B-EDD8-A56290224573}"/>
          </ac:picMkLst>
        </pc:picChg>
      </pc:sldChg>
      <pc:sldChg chg="addSp delSp modSp add mod modClrScheme chgLayout">
        <pc:chgData name="Dillon Foord" userId="50dfe175f0bdcce9" providerId="LiveId" clId="{20D2DBCE-25AA-4FBD-87B2-17D9AF444A34}" dt="2025-04-30T02:23:17.769" v="4265" actId="478"/>
        <pc:sldMkLst>
          <pc:docMk/>
          <pc:sldMk cId="3150298472" sldId="284"/>
        </pc:sldMkLst>
        <pc:spChg chg="mod ord">
          <ac:chgData name="Dillon Foord" userId="50dfe175f0bdcce9" providerId="LiveId" clId="{20D2DBCE-25AA-4FBD-87B2-17D9AF444A34}" dt="2025-04-30T01:54:35.150" v="1147" actId="962"/>
          <ac:spMkLst>
            <pc:docMk/>
            <pc:sldMk cId="3150298472" sldId="284"/>
            <ac:spMk id="2" creationId="{9E8A4AD5-0DFD-5057-3C87-8AED08F1F14A}"/>
          </ac:spMkLst>
        </pc:spChg>
        <pc:spChg chg="del">
          <ac:chgData name="Dillon Foord" userId="50dfe175f0bdcce9" providerId="LiveId" clId="{20D2DBCE-25AA-4FBD-87B2-17D9AF444A34}" dt="2025-04-30T01:54:32.611" v="1145" actId="26606"/>
          <ac:spMkLst>
            <pc:docMk/>
            <pc:sldMk cId="3150298472" sldId="284"/>
            <ac:spMk id="3" creationId="{3AAA7F00-6260-35C8-5D4A-842E7C2AD90F}"/>
          </ac:spMkLst>
        </pc:spChg>
        <pc:spChg chg="del">
          <ac:chgData name="Dillon Foord" userId="50dfe175f0bdcce9" providerId="LiveId" clId="{20D2DBCE-25AA-4FBD-87B2-17D9AF444A34}" dt="2025-04-30T01:54:32.611" v="1145" actId="26606"/>
          <ac:spMkLst>
            <pc:docMk/>
            <pc:sldMk cId="3150298472" sldId="284"/>
            <ac:spMk id="4" creationId="{CE6AF98C-C654-A25C-DC6F-0E8519B77895}"/>
          </ac:spMkLst>
        </pc:spChg>
        <pc:spChg chg="mod ord">
          <ac:chgData name="Dillon Foord" userId="50dfe175f0bdcce9" providerId="LiveId" clId="{20D2DBCE-25AA-4FBD-87B2-17D9AF444A34}" dt="2025-04-30T01:54:32.611" v="1145" actId="26606"/>
          <ac:spMkLst>
            <pc:docMk/>
            <pc:sldMk cId="3150298472" sldId="284"/>
            <ac:spMk id="5" creationId="{86FB93EE-9136-DFBD-5F66-22AD96C32184}"/>
          </ac:spMkLst>
        </pc:spChg>
        <pc:spChg chg="add del mod">
          <ac:chgData name="Dillon Foord" userId="50dfe175f0bdcce9" providerId="LiveId" clId="{20D2DBCE-25AA-4FBD-87B2-17D9AF444A34}" dt="2025-04-30T01:55:03.820" v="1152" actId="26606"/>
          <ac:spMkLst>
            <pc:docMk/>
            <pc:sldMk cId="3150298472" sldId="284"/>
            <ac:spMk id="2055" creationId="{3C155BD8-815A-24FD-3621-4EF3366EA05A}"/>
          </ac:spMkLst>
        </pc:spChg>
        <pc:spChg chg="add del mod">
          <ac:chgData name="Dillon Foord" userId="50dfe175f0bdcce9" providerId="LiveId" clId="{20D2DBCE-25AA-4FBD-87B2-17D9AF444A34}" dt="2025-04-30T01:55:03.820" v="1152" actId="26606"/>
          <ac:spMkLst>
            <pc:docMk/>
            <pc:sldMk cId="3150298472" sldId="284"/>
            <ac:spMk id="2057" creationId="{C0DCAED2-8689-2C3D-C09D-2AB6492016B7}"/>
          </ac:spMkLst>
        </pc:spChg>
        <pc:spChg chg="add del">
          <ac:chgData name="Dillon Foord" userId="50dfe175f0bdcce9" providerId="LiveId" clId="{20D2DBCE-25AA-4FBD-87B2-17D9AF444A34}" dt="2025-04-30T01:55:03.820" v="1151" actId="26606"/>
          <ac:spMkLst>
            <pc:docMk/>
            <pc:sldMk cId="3150298472" sldId="284"/>
            <ac:spMk id="2062" creationId="{2B472DB6-4DFC-B467-703E-C1E37D98E4B7}"/>
          </ac:spMkLst>
        </pc:spChg>
        <pc:spChg chg="add del">
          <ac:chgData name="Dillon Foord" userId="50dfe175f0bdcce9" providerId="LiveId" clId="{20D2DBCE-25AA-4FBD-87B2-17D9AF444A34}" dt="2025-04-30T01:55:03.820" v="1151" actId="26606"/>
          <ac:spMkLst>
            <pc:docMk/>
            <pc:sldMk cId="3150298472" sldId="284"/>
            <ac:spMk id="2064" creationId="{8D78453E-3286-7E61-8FA9-65E505993CC5}"/>
          </ac:spMkLst>
        </pc:spChg>
        <pc:spChg chg="add mod">
          <ac:chgData name="Dillon Foord" userId="50dfe175f0bdcce9" providerId="LiveId" clId="{20D2DBCE-25AA-4FBD-87B2-17D9AF444A34}" dt="2025-04-30T01:57:22.378" v="1409" actId="20577"/>
          <ac:spMkLst>
            <pc:docMk/>
            <pc:sldMk cId="3150298472" sldId="284"/>
            <ac:spMk id="2066" creationId="{84DBADD0-510E-BF66-94A4-1A4BD0ACAF86}"/>
          </ac:spMkLst>
        </pc:spChg>
        <pc:spChg chg="add del">
          <ac:chgData name="Dillon Foord" userId="50dfe175f0bdcce9" providerId="LiveId" clId="{20D2DBCE-25AA-4FBD-87B2-17D9AF444A34}" dt="2025-04-30T02:23:17.769" v="4265" actId="478"/>
          <ac:spMkLst>
            <pc:docMk/>
            <pc:sldMk cId="3150298472" sldId="284"/>
            <ac:spMk id="2067" creationId="{63CF18F8-20A4-9913-5FE7-795B006F1090}"/>
          </ac:spMkLst>
        </pc:spChg>
        <pc:picChg chg="add del mod">
          <ac:chgData name="Dillon Foord" userId="50dfe175f0bdcce9" providerId="LiveId" clId="{20D2DBCE-25AA-4FBD-87B2-17D9AF444A34}" dt="2025-04-30T01:54:57.586" v="1149" actId="478"/>
          <ac:picMkLst>
            <pc:docMk/>
            <pc:sldMk cId="3150298472" sldId="284"/>
            <ac:picMk id="2050" creationId="{DC3AAE2E-FD21-DFF0-119E-9AD2CF66E08A}"/>
          </ac:picMkLst>
        </pc:picChg>
        <pc:picChg chg="add mod ord">
          <ac:chgData name="Dillon Foord" userId="50dfe175f0bdcce9" providerId="LiveId" clId="{20D2DBCE-25AA-4FBD-87B2-17D9AF444A34}" dt="2025-04-30T01:55:23.268" v="1157" actId="14100"/>
          <ac:picMkLst>
            <pc:docMk/>
            <pc:sldMk cId="3150298472" sldId="284"/>
            <ac:picMk id="2052" creationId="{1FD09158-96C2-7A15-76E7-05F49577BFB2}"/>
          </ac:picMkLst>
        </pc:picChg>
      </pc:sldChg>
      <pc:sldChg chg="addSp delSp modSp add mod">
        <pc:chgData name="Dillon Foord" userId="50dfe175f0bdcce9" providerId="LiveId" clId="{20D2DBCE-25AA-4FBD-87B2-17D9AF444A34}" dt="2025-04-30T02:23:22.211" v="4266" actId="478"/>
        <pc:sldMkLst>
          <pc:docMk/>
          <pc:sldMk cId="235197871" sldId="285"/>
        </pc:sldMkLst>
        <pc:spChg chg="mod">
          <ac:chgData name="Dillon Foord" userId="50dfe175f0bdcce9" providerId="LiveId" clId="{20D2DBCE-25AA-4FBD-87B2-17D9AF444A34}" dt="2025-04-30T01:59:40.225" v="1558" actId="20577"/>
          <ac:spMkLst>
            <pc:docMk/>
            <pc:sldMk cId="235197871" sldId="285"/>
            <ac:spMk id="2" creationId="{F616A9A9-87CB-BAA2-3329-7458646DC24B}"/>
          </ac:spMkLst>
        </pc:spChg>
        <pc:spChg chg="del mod">
          <ac:chgData name="Dillon Foord" userId="50dfe175f0bdcce9" providerId="LiveId" clId="{20D2DBCE-25AA-4FBD-87B2-17D9AF444A34}" dt="2025-04-30T01:58:04.775" v="1415" actId="26606"/>
          <ac:spMkLst>
            <pc:docMk/>
            <pc:sldMk cId="235197871" sldId="285"/>
            <ac:spMk id="2066" creationId="{74DA8705-E5C9-E030-DCC8-0DD3EBA33D7B}"/>
          </ac:spMkLst>
        </pc:spChg>
        <pc:spChg chg="del">
          <ac:chgData name="Dillon Foord" userId="50dfe175f0bdcce9" providerId="LiveId" clId="{20D2DBCE-25AA-4FBD-87B2-17D9AF444A34}" dt="2025-04-30T01:58:04.775" v="1415" actId="26606"/>
          <ac:spMkLst>
            <pc:docMk/>
            <pc:sldMk cId="235197871" sldId="285"/>
            <ac:spMk id="2067" creationId="{F9ECDFC9-9E67-199F-09EF-A4193CAA1848}"/>
          </ac:spMkLst>
        </pc:spChg>
        <pc:spChg chg="add mod">
          <ac:chgData name="Dillon Foord" userId="50dfe175f0bdcce9" providerId="LiveId" clId="{20D2DBCE-25AA-4FBD-87B2-17D9AF444A34}" dt="2025-04-30T02:00:35.903" v="1758" actId="20577"/>
          <ac:spMkLst>
            <pc:docMk/>
            <pc:sldMk cId="235197871" sldId="285"/>
            <ac:spMk id="3079" creationId="{9D77B529-2D02-AE83-3C75-454A3D067FD2}"/>
          </ac:spMkLst>
        </pc:spChg>
        <pc:spChg chg="add del">
          <ac:chgData name="Dillon Foord" userId="50dfe175f0bdcce9" providerId="LiveId" clId="{20D2DBCE-25AA-4FBD-87B2-17D9AF444A34}" dt="2025-04-30T02:23:22.211" v="4266" actId="478"/>
          <ac:spMkLst>
            <pc:docMk/>
            <pc:sldMk cId="235197871" sldId="285"/>
            <ac:spMk id="3081" creationId="{8F7199D5-3B3F-7368-6D52-AC993E5C3FBB}"/>
          </ac:spMkLst>
        </pc:spChg>
        <pc:picChg chg="del">
          <ac:chgData name="Dillon Foord" userId="50dfe175f0bdcce9" providerId="LiveId" clId="{20D2DBCE-25AA-4FBD-87B2-17D9AF444A34}" dt="2025-04-30T01:57:48.166" v="1411" actId="478"/>
          <ac:picMkLst>
            <pc:docMk/>
            <pc:sldMk cId="235197871" sldId="285"/>
            <ac:picMk id="2052" creationId="{2ABB2DEC-572A-D7B3-03D9-EABCAA1A38D3}"/>
          </ac:picMkLst>
        </pc:picChg>
        <pc:picChg chg="add mod ord">
          <ac:chgData name="Dillon Foord" userId="50dfe175f0bdcce9" providerId="LiveId" clId="{20D2DBCE-25AA-4FBD-87B2-17D9AF444A34}" dt="2025-04-30T01:58:14.588" v="1420" actId="1076"/>
          <ac:picMkLst>
            <pc:docMk/>
            <pc:sldMk cId="235197871" sldId="285"/>
            <ac:picMk id="3074" creationId="{24C0CADB-8D77-28EF-E644-1D03735A81B8}"/>
          </ac:picMkLst>
        </pc:picChg>
      </pc:sldChg>
      <pc:sldChg chg="delSp modSp add mod">
        <pc:chgData name="Dillon Foord" userId="50dfe175f0bdcce9" providerId="LiveId" clId="{20D2DBCE-25AA-4FBD-87B2-17D9AF444A34}" dt="2025-04-30T02:23:25.921" v="4267" actId="478"/>
        <pc:sldMkLst>
          <pc:docMk/>
          <pc:sldMk cId="2954903591" sldId="286"/>
        </pc:sldMkLst>
        <pc:spChg chg="mod">
          <ac:chgData name="Dillon Foord" userId="50dfe175f0bdcce9" providerId="LiveId" clId="{20D2DBCE-25AA-4FBD-87B2-17D9AF444A34}" dt="2025-04-30T02:01:06.875" v="1761"/>
          <ac:spMkLst>
            <pc:docMk/>
            <pc:sldMk cId="2954903591" sldId="286"/>
            <ac:spMk id="2" creationId="{652B347F-0BE0-B28E-12E0-757A5525001E}"/>
          </ac:spMkLst>
        </pc:spChg>
        <pc:spChg chg="mod">
          <ac:chgData name="Dillon Foord" userId="50dfe175f0bdcce9" providerId="LiveId" clId="{20D2DBCE-25AA-4FBD-87B2-17D9AF444A34}" dt="2025-04-30T02:03:41.336" v="2210" actId="255"/>
          <ac:spMkLst>
            <pc:docMk/>
            <pc:sldMk cId="2954903591" sldId="286"/>
            <ac:spMk id="3079" creationId="{5AC527AB-42EB-C51A-E720-786E315D1B02}"/>
          </ac:spMkLst>
        </pc:spChg>
        <pc:spChg chg="del">
          <ac:chgData name="Dillon Foord" userId="50dfe175f0bdcce9" providerId="LiveId" clId="{20D2DBCE-25AA-4FBD-87B2-17D9AF444A34}" dt="2025-04-30T02:23:25.921" v="4267" actId="478"/>
          <ac:spMkLst>
            <pc:docMk/>
            <pc:sldMk cId="2954903591" sldId="286"/>
            <ac:spMk id="3081" creationId="{EEC6FC51-7CA0-B3A6-6245-EFCF5E4E18E0}"/>
          </ac:spMkLst>
        </pc:spChg>
        <pc:picChg chg="del">
          <ac:chgData name="Dillon Foord" userId="50dfe175f0bdcce9" providerId="LiveId" clId="{20D2DBCE-25AA-4FBD-87B2-17D9AF444A34}" dt="2025-04-30T02:01:04.474" v="1760" actId="478"/>
          <ac:picMkLst>
            <pc:docMk/>
            <pc:sldMk cId="2954903591" sldId="286"/>
            <ac:picMk id="3074" creationId="{CA9277F6-06B8-6094-43AD-08D1EB92EA1D}"/>
          </ac:picMkLst>
        </pc:picChg>
      </pc:sldChg>
      <pc:sldChg chg="delSp modSp add mod">
        <pc:chgData name="Dillon Foord" userId="50dfe175f0bdcce9" providerId="LiveId" clId="{20D2DBCE-25AA-4FBD-87B2-17D9AF444A34}" dt="2025-04-30T02:23:30.212" v="4268" actId="478"/>
        <pc:sldMkLst>
          <pc:docMk/>
          <pc:sldMk cId="3569181853" sldId="287"/>
        </pc:sldMkLst>
        <pc:spChg chg="mod">
          <ac:chgData name="Dillon Foord" userId="50dfe175f0bdcce9" providerId="LiveId" clId="{20D2DBCE-25AA-4FBD-87B2-17D9AF444A34}" dt="2025-04-30T02:06:01.904" v="2276" actId="20577"/>
          <ac:spMkLst>
            <pc:docMk/>
            <pc:sldMk cId="3569181853" sldId="287"/>
            <ac:spMk id="2" creationId="{87611F1A-6E64-6225-7251-F7DB0C7376AF}"/>
          </ac:spMkLst>
        </pc:spChg>
        <pc:spChg chg="mod">
          <ac:chgData name="Dillon Foord" userId="50dfe175f0bdcce9" providerId="LiveId" clId="{20D2DBCE-25AA-4FBD-87B2-17D9AF444A34}" dt="2025-04-30T02:11:23.728" v="3208" actId="20577"/>
          <ac:spMkLst>
            <pc:docMk/>
            <pc:sldMk cId="3569181853" sldId="287"/>
            <ac:spMk id="3079" creationId="{6416438C-0BF1-1FCC-4636-255257FF04B4}"/>
          </ac:spMkLst>
        </pc:spChg>
        <pc:spChg chg="del">
          <ac:chgData name="Dillon Foord" userId="50dfe175f0bdcce9" providerId="LiveId" clId="{20D2DBCE-25AA-4FBD-87B2-17D9AF444A34}" dt="2025-04-30T02:23:30.212" v="4268" actId="478"/>
          <ac:spMkLst>
            <pc:docMk/>
            <pc:sldMk cId="3569181853" sldId="287"/>
            <ac:spMk id="3081" creationId="{D4DC68D9-4998-073A-EB00-0BA7E172964E}"/>
          </ac:spMkLst>
        </pc:spChg>
      </pc:sldChg>
      <pc:sldChg chg="delSp modSp add mod">
        <pc:chgData name="Dillon Foord" userId="50dfe175f0bdcce9" providerId="LiveId" clId="{20D2DBCE-25AA-4FBD-87B2-17D9AF444A34}" dt="2025-04-30T02:23:33.789" v="4269" actId="478"/>
        <pc:sldMkLst>
          <pc:docMk/>
          <pc:sldMk cId="3196312150" sldId="288"/>
        </pc:sldMkLst>
        <pc:spChg chg="mod">
          <ac:chgData name="Dillon Foord" userId="50dfe175f0bdcce9" providerId="LiveId" clId="{20D2DBCE-25AA-4FBD-87B2-17D9AF444A34}" dt="2025-04-30T02:11:42.321" v="3220" actId="20577"/>
          <ac:spMkLst>
            <pc:docMk/>
            <pc:sldMk cId="3196312150" sldId="288"/>
            <ac:spMk id="2" creationId="{FF281F33-3F2D-77A2-ED27-8331A5DE912C}"/>
          </ac:spMkLst>
        </pc:spChg>
        <pc:spChg chg="mod">
          <ac:chgData name="Dillon Foord" userId="50dfe175f0bdcce9" providerId="LiveId" clId="{20D2DBCE-25AA-4FBD-87B2-17D9AF444A34}" dt="2025-04-30T02:20:20.592" v="4256" actId="255"/>
          <ac:spMkLst>
            <pc:docMk/>
            <pc:sldMk cId="3196312150" sldId="288"/>
            <ac:spMk id="3079" creationId="{13D70BE1-0756-DA2F-6E54-4AB5388A7C0E}"/>
          </ac:spMkLst>
        </pc:spChg>
        <pc:spChg chg="del">
          <ac:chgData name="Dillon Foord" userId="50dfe175f0bdcce9" providerId="LiveId" clId="{20D2DBCE-25AA-4FBD-87B2-17D9AF444A34}" dt="2025-04-30T02:23:33.789" v="4269" actId="478"/>
          <ac:spMkLst>
            <pc:docMk/>
            <pc:sldMk cId="3196312150" sldId="288"/>
            <ac:spMk id="3081" creationId="{68C448C6-506F-2F6D-A71E-FBA1D20E72B9}"/>
          </ac:spMkLst>
        </pc:spChg>
      </pc:sldChg>
      <pc:sldChg chg="delSp modSp add mod">
        <pc:chgData name="Dillon Foord" userId="50dfe175f0bdcce9" providerId="LiveId" clId="{20D2DBCE-25AA-4FBD-87B2-17D9AF444A34}" dt="2025-04-30T02:23:36.791" v="4270" actId="478"/>
        <pc:sldMkLst>
          <pc:docMk/>
          <pc:sldMk cId="1748572543" sldId="289"/>
        </pc:sldMkLst>
        <pc:spChg chg="mod">
          <ac:chgData name="Dillon Foord" userId="50dfe175f0bdcce9" providerId="LiveId" clId="{20D2DBCE-25AA-4FBD-87B2-17D9AF444A34}" dt="2025-04-30T02:14:08.030" v="3663" actId="20577"/>
          <ac:spMkLst>
            <pc:docMk/>
            <pc:sldMk cId="1748572543" sldId="289"/>
            <ac:spMk id="2" creationId="{5D230713-C14B-1581-7068-589A0FDDDD11}"/>
          </ac:spMkLst>
        </pc:spChg>
        <pc:spChg chg="mod">
          <ac:chgData name="Dillon Foord" userId="50dfe175f0bdcce9" providerId="LiveId" clId="{20D2DBCE-25AA-4FBD-87B2-17D9AF444A34}" dt="2025-04-30T02:20:13.847" v="4255" actId="255"/>
          <ac:spMkLst>
            <pc:docMk/>
            <pc:sldMk cId="1748572543" sldId="289"/>
            <ac:spMk id="3079" creationId="{32E94243-CA2F-34FE-A7E2-5F64C2877B2B}"/>
          </ac:spMkLst>
        </pc:spChg>
        <pc:spChg chg="del">
          <ac:chgData name="Dillon Foord" userId="50dfe175f0bdcce9" providerId="LiveId" clId="{20D2DBCE-25AA-4FBD-87B2-17D9AF444A34}" dt="2025-04-30T02:23:36.791" v="4270" actId="478"/>
          <ac:spMkLst>
            <pc:docMk/>
            <pc:sldMk cId="1748572543" sldId="289"/>
            <ac:spMk id="3081" creationId="{2A8F5341-1D23-FD44-8047-2FADFCDF478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4/29/2025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rPr dirty="0"/>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rPr dirty="0"/>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rPr dirty="0"/>
              <a:t>Presentation Subtitle</a:t>
            </a:r>
          </a:p>
          <a:p>
            <a:pPr lvl="1"/>
            <a:endParaRPr dirty="0"/>
          </a:p>
          <a:p>
            <a:pPr lvl="2"/>
            <a:endParaRPr dirty="0"/>
          </a:p>
          <a:p>
            <a:pPr lvl="3"/>
            <a:endParaRPr dirty="0"/>
          </a:p>
          <a:p>
            <a:pPr lvl="4"/>
            <a:endParaRPr dirty="0"/>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dirty="0">
                <a:solidFill>
                  <a:srgbClr val="D3D3D3"/>
                </a:solidFill>
              </a:rPr>
              <a:t>© 2025 </a:t>
            </a:r>
            <a:r>
              <a:rPr lang="en-US" sz="1200" dirty="0" err="1">
                <a:solidFill>
                  <a:srgbClr val="D3D3D3"/>
                </a:solidFill>
              </a:rPr>
              <a:t>Traders@SMU</a:t>
            </a:r>
            <a:r>
              <a:rPr lang="en-US" sz="1200" dirty="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dirty="0"/>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dirty="0"/>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dirty="0"/>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dirty="0"/>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dirty="0"/>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dirty="0"/>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dirty="0"/>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dirty="0"/>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 xmlns:lc="http://schemas.openxmlformats.org/drawingml/2006/lockedCanvas" xmlns:ma14="http://schemas.microsoft.com/office/mac/drawingml/2011/main" xmlns:a14="http://schemas.microsoft.com/office/drawing/2010/main" xmlns:m="http://schemas.openxmlformats.org/officeDocument/2006/math"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dirty="0">
                <a:solidFill>
                  <a:srgbClr val="D3D3D3"/>
                </a:solidFill>
              </a:rPr>
              <a:t> © 2025 </a:t>
            </a:r>
            <a:r>
              <a:rPr lang="en-US" sz="1200" dirty="0" err="1">
                <a:solidFill>
                  <a:srgbClr val="D3D3D3"/>
                </a:solidFill>
              </a:rPr>
              <a:t>Traders@SMU</a:t>
            </a:r>
            <a:r>
              <a:rPr lang="en-US" sz="1200" dirty="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dirty="0"/>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dirty="0">
                <a:solidFill>
                  <a:srgbClr val="D3D3D3"/>
                </a:solidFill>
              </a:rPr>
              <a:t> © 2025 </a:t>
            </a:r>
            <a:r>
              <a:rPr lang="en-US" sz="1200" dirty="0" err="1">
                <a:solidFill>
                  <a:srgbClr val="D3D3D3"/>
                </a:solidFill>
              </a:rPr>
              <a:t>Traders@SMU</a:t>
            </a:r>
            <a:r>
              <a:rPr lang="en-US" sz="1200" dirty="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dirty="0"/>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a:normAutofit lnSpcReduction="10000"/>
          </a:bodyPr>
          <a:lstStyle/>
          <a:p>
            <a:r>
              <a:rPr lang="en-US" dirty="0"/>
              <a:t>Will Brett, Andrew </a:t>
            </a:r>
            <a:r>
              <a:rPr lang="en-US" dirty="0" err="1"/>
              <a:t>Brysh</a:t>
            </a:r>
            <a:r>
              <a:rPr lang="en-US" dirty="0"/>
              <a:t>, Dillon Foord</a:t>
            </a:r>
          </a:p>
          <a:p>
            <a:endParaRPr lang="en-US" dirty="0"/>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dirty="0"/>
              <a:t>Sector Performance vs. Market Benchmark</a:t>
            </a:r>
          </a:p>
        </p:txBody>
      </p:sp>
      <p:sp>
        <p:nvSpPr>
          <p:cNvPr id="4" name="Text Placeholder 3">
            <a:extLst>
              <a:ext uri="{FF2B5EF4-FFF2-40B4-BE49-F238E27FC236}">
                <a16:creationId xmlns:a16="http://schemas.microsoft.com/office/drawing/2014/main" id="{BE8DB9D5-247C-DD66-A9E9-DED0842B7033}"/>
              </a:ext>
            </a:extLst>
          </p:cNvPr>
          <p:cNvSpPr>
            <a:spLocks noGrp="1"/>
          </p:cNvSpPr>
          <p:nvPr>
            <p:ph type="body" sz="quarter" idx="1"/>
          </p:nvPr>
        </p:nvSpPr>
        <p:spPr/>
        <p:txBody>
          <a:bodyPr/>
          <a:lstStyle/>
          <a:p>
            <a:r>
              <a:rPr lang="en-US" dirty="0"/>
              <a:t>Technology Sector vs S&amp;P 500</a:t>
            </a:r>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p:txBody>
          <a:bodyPr/>
          <a:lstStyle/>
          <a:p>
            <a:r>
              <a:rPr lang="en-US" dirty="0"/>
              <a:t>Agenda</a:t>
            </a:r>
          </a:p>
        </p:txBody>
      </p:sp>
      <p:sp>
        <p:nvSpPr>
          <p:cNvPr id="4" name="Text Placeholder 3">
            <a:extLst>
              <a:ext uri="{FF2B5EF4-FFF2-40B4-BE49-F238E27FC236}">
                <a16:creationId xmlns:a16="http://schemas.microsoft.com/office/drawing/2014/main" id="{DC21E3BA-9ED9-DE5F-1A1D-F51EE48DC6DA}"/>
              </a:ext>
            </a:extLst>
          </p:cNvPr>
          <p:cNvSpPr>
            <a:spLocks noGrp="1"/>
          </p:cNvSpPr>
          <p:nvPr>
            <p:ph type="body" sz="quarter" idx="13"/>
          </p:nvPr>
        </p:nvSpPr>
        <p:spPr/>
        <p:txBody>
          <a:bodyPr/>
          <a:lstStyle/>
          <a:p>
            <a:r>
              <a:rPr lang="en-US" dirty="0">
                <a:solidFill>
                  <a:schemeClr val="tx2">
                    <a:lumMod val="75000"/>
                    <a:lumOff val="25000"/>
                  </a:schemeClr>
                </a:solidFill>
              </a:rPr>
              <a:t>SESSION</a:t>
            </a: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a:xfrm>
            <a:off x="914399" y="2021306"/>
            <a:ext cx="10380663" cy="8490857"/>
          </a:xfrm>
        </p:spPr>
        <p:txBody>
          <a:bodyPr>
            <a:noAutofit/>
          </a:bodyPr>
          <a:lstStyle/>
          <a:p>
            <a:r>
              <a:rPr lang="en-US" sz="4400" dirty="0"/>
              <a:t>Introduction</a:t>
            </a:r>
          </a:p>
          <a:p>
            <a:r>
              <a:rPr lang="en-US" sz="4400" dirty="0"/>
              <a:t>Historical adjusted closing prices comparison</a:t>
            </a:r>
          </a:p>
          <a:p>
            <a:r>
              <a:rPr lang="en-US" sz="4400" dirty="0"/>
              <a:t>Cumulative Returns comparison</a:t>
            </a:r>
          </a:p>
          <a:p>
            <a:r>
              <a:rPr lang="en-US" sz="4400" dirty="0"/>
              <a:t>Rolling Annual Returns comparison</a:t>
            </a:r>
          </a:p>
          <a:p>
            <a:r>
              <a:rPr lang="en-US" sz="4400" dirty="0"/>
              <a:t>Volatility comparison</a:t>
            </a:r>
          </a:p>
          <a:p>
            <a:r>
              <a:rPr lang="en-US" sz="4400" dirty="0"/>
              <a:t>Technology Sector Beta relative to S&amp;P 500</a:t>
            </a:r>
          </a:p>
          <a:p>
            <a:r>
              <a:rPr lang="en-US" sz="4400" dirty="0"/>
              <a:t>Implications</a:t>
            </a:r>
          </a:p>
          <a:p>
            <a:r>
              <a:rPr lang="en-US" sz="4400" dirty="0"/>
              <a:t>Limitations</a:t>
            </a:r>
          </a:p>
          <a:p>
            <a:r>
              <a:rPr lang="en-US" sz="4400" dirty="0"/>
              <a:t>Conclusion</a:t>
            </a:r>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0C4E-4396-0F28-5699-21BA9AFF53C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459024D-4E10-F5C5-8178-BBD9C3E290C0}"/>
              </a:ext>
            </a:extLst>
          </p:cNvPr>
          <p:cNvSpPr>
            <a:spLocks noGrp="1"/>
          </p:cNvSpPr>
          <p:nvPr>
            <p:ph idx="1"/>
          </p:nvPr>
        </p:nvSpPr>
        <p:spPr>
          <a:xfrm>
            <a:off x="4174958" y="2591004"/>
            <a:ext cx="9757611" cy="9144000"/>
          </a:xfrm>
        </p:spPr>
        <p:txBody>
          <a:bodyPr>
            <a:normAutofit/>
          </a:bodyPr>
          <a:lstStyle/>
          <a:p>
            <a:r>
              <a:rPr lang="en-US" sz="4400" dirty="0"/>
              <a:t>Invesco QQQ Trust, Series 1</a:t>
            </a:r>
          </a:p>
          <a:p>
            <a:pPr lvl="1"/>
            <a:r>
              <a:rPr lang="en-US" sz="4000" dirty="0"/>
              <a:t>Technology Sector ETF</a:t>
            </a:r>
          </a:p>
          <a:p>
            <a:pPr lvl="1"/>
            <a:endParaRPr lang="en-US" sz="4000" dirty="0"/>
          </a:p>
          <a:p>
            <a:pPr lvl="1"/>
            <a:endParaRPr lang="en-US" sz="4000" dirty="0"/>
          </a:p>
          <a:p>
            <a:pPr lvl="1"/>
            <a:endParaRPr lang="en-US" sz="4000" dirty="0"/>
          </a:p>
          <a:p>
            <a:r>
              <a:rPr lang="en-US" sz="4400" dirty="0"/>
              <a:t>S&amp;P 500</a:t>
            </a:r>
          </a:p>
          <a:p>
            <a:pPr lvl="1"/>
            <a:r>
              <a:rPr lang="en-US" sz="4000" dirty="0"/>
              <a:t>Broader Market</a:t>
            </a:r>
          </a:p>
        </p:txBody>
      </p:sp>
      <p:sp>
        <p:nvSpPr>
          <p:cNvPr id="5" name="Slide Number Placeholder 4">
            <a:extLst>
              <a:ext uri="{FF2B5EF4-FFF2-40B4-BE49-F238E27FC236}">
                <a16:creationId xmlns:a16="http://schemas.microsoft.com/office/drawing/2014/main" id="{2F651E3A-92C8-D8FD-451A-533254BA1BED}"/>
              </a:ext>
            </a:extLst>
          </p:cNvPr>
          <p:cNvSpPr>
            <a:spLocks noGrp="1"/>
          </p:cNvSpPr>
          <p:nvPr>
            <p:ph type="sldNum" sz="quarter" idx="2"/>
          </p:nvPr>
        </p:nvSpPr>
        <p:spPr/>
        <p:txBody>
          <a:bodyPr/>
          <a:lstStyle/>
          <a:p>
            <a:fld id="{86CB4B4D-7CA3-9044-876B-883B54F8677D}" type="slidenum">
              <a:rPr lang="en-US" smtClean="0"/>
              <a:pPr/>
              <a:t>3</a:t>
            </a:fld>
            <a:endParaRPr lang="en-US" dirty="0"/>
          </a:p>
        </p:txBody>
      </p:sp>
      <p:pic>
        <p:nvPicPr>
          <p:cNvPr id="7" name="Picture 6">
            <a:extLst>
              <a:ext uri="{FF2B5EF4-FFF2-40B4-BE49-F238E27FC236}">
                <a16:creationId xmlns:a16="http://schemas.microsoft.com/office/drawing/2014/main" id="{1E70A477-C521-01EA-E4D8-1A2FBED83CA1}"/>
              </a:ext>
            </a:extLst>
          </p:cNvPr>
          <p:cNvPicPr>
            <a:picLocks noChangeAspect="1"/>
          </p:cNvPicPr>
          <p:nvPr/>
        </p:nvPicPr>
        <p:blipFill>
          <a:blip r:embed="rId2"/>
          <a:stretch>
            <a:fillRect/>
          </a:stretch>
        </p:blipFill>
        <p:spPr>
          <a:xfrm>
            <a:off x="11231452" y="780041"/>
            <a:ext cx="10993384" cy="5772956"/>
          </a:xfrm>
          <a:prstGeom prst="rect">
            <a:avLst/>
          </a:prstGeom>
        </p:spPr>
      </p:pic>
      <p:pic>
        <p:nvPicPr>
          <p:cNvPr id="9" name="Picture 8">
            <a:extLst>
              <a:ext uri="{FF2B5EF4-FFF2-40B4-BE49-F238E27FC236}">
                <a16:creationId xmlns:a16="http://schemas.microsoft.com/office/drawing/2014/main" id="{9071B0F5-AE71-78E9-982C-E89D42606402}"/>
              </a:ext>
            </a:extLst>
          </p:cNvPr>
          <p:cNvPicPr>
            <a:picLocks noChangeAspect="1"/>
          </p:cNvPicPr>
          <p:nvPr/>
        </p:nvPicPr>
        <p:blipFill>
          <a:blip r:embed="rId3"/>
          <a:stretch>
            <a:fillRect/>
          </a:stretch>
        </p:blipFill>
        <p:spPr>
          <a:xfrm>
            <a:off x="11231452" y="7100608"/>
            <a:ext cx="10955279" cy="5553850"/>
          </a:xfrm>
          <a:prstGeom prst="rect">
            <a:avLst/>
          </a:prstGeom>
        </p:spPr>
      </p:pic>
    </p:spTree>
    <p:extLst>
      <p:ext uri="{BB962C8B-B14F-4D97-AF65-F5344CB8AC3E}">
        <p14:creationId xmlns:p14="http://schemas.microsoft.com/office/powerpoint/2010/main" val="220427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7238-6F04-D975-D5CB-24D69871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541FE-0C77-5034-5758-A97E41063033}"/>
              </a:ext>
            </a:extLst>
          </p:cNvPr>
          <p:cNvSpPr>
            <a:spLocks noGrp="1"/>
          </p:cNvSpPr>
          <p:nvPr>
            <p:ph type="title"/>
          </p:nvPr>
        </p:nvSpPr>
        <p:spPr/>
        <p:txBody>
          <a:bodyPr/>
          <a:lstStyle/>
          <a:p>
            <a:r>
              <a:rPr lang="en-US" dirty="0"/>
              <a:t>Historical Adjusted Closing Prices - QQQ</a:t>
            </a:r>
          </a:p>
        </p:txBody>
      </p:sp>
      <p:pic>
        <p:nvPicPr>
          <p:cNvPr id="8" name="Content Placeholder 7">
            <a:extLst>
              <a:ext uri="{FF2B5EF4-FFF2-40B4-BE49-F238E27FC236}">
                <a16:creationId xmlns:a16="http://schemas.microsoft.com/office/drawing/2014/main" id="{98A97F7E-770A-64D4-EF5E-A3131FD366C3}"/>
              </a:ext>
            </a:extLst>
          </p:cNvPr>
          <p:cNvPicPr>
            <a:picLocks noGrp="1" noChangeAspect="1"/>
          </p:cNvPicPr>
          <p:nvPr>
            <p:ph idx="1"/>
          </p:nvPr>
        </p:nvPicPr>
        <p:blipFill>
          <a:blip r:embed="rId2"/>
          <a:stretch>
            <a:fillRect/>
          </a:stretch>
        </p:blipFill>
        <p:spPr>
          <a:xfrm>
            <a:off x="914399" y="2251869"/>
            <a:ext cx="4566440" cy="11011994"/>
          </a:xfrm>
        </p:spPr>
      </p:pic>
      <p:sp>
        <p:nvSpPr>
          <p:cNvPr id="5" name="Slide Number Placeholder 4">
            <a:extLst>
              <a:ext uri="{FF2B5EF4-FFF2-40B4-BE49-F238E27FC236}">
                <a16:creationId xmlns:a16="http://schemas.microsoft.com/office/drawing/2014/main" id="{7F6815A1-9D09-C784-1148-58CB47EBD957}"/>
              </a:ext>
            </a:extLst>
          </p:cNvPr>
          <p:cNvSpPr>
            <a:spLocks noGrp="1"/>
          </p:cNvSpPr>
          <p:nvPr>
            <p:ph type="sldNum" sz="quarter" idx="2"/>
          </p:nvPr>
        </p:nvSpPr>
        <p:spPr/>
        <p:txBody>
          <a:bodyPr/>
          <a:lstStyle/>
          <a:p>
            <a:fld id="{86CB4B4D-7CA3-9044-876B-883B54F8677D}" type="slidenum">
              <a:rPr lang="en-US" smtClean="0"/>
              <a:pPr/>
              <a:t>4</a:t>
            </a:fld>
            <a:endParaRPr lang="en-US" dirty="0"/>
          </a:p>
        </p:txBody>
      </p:sp>
      <p:sp>
        <p:nvSpPr>
          <p:cNvPr id="11" name="TextBox 10">
            <a:extLst>
              <a:ext uri="{FF2B5EF4-FFF2-40B4-BE49-F238E27FC236}">
                <a16:creationId xmlns:a16="http://schemas.microsoft.com/office/drawing/2014/main" id="{659EAA8E-E08C-8794-E051-945553D0E089}"/>
              </a:ext>
            </a:extLst>
          </p:cNvPr>
          <p:cNvSpPr txBox="1"/>
          <p:nvPr/>
        </p:nvSpPr>
        <p:spPr>
          <a:xfrm>
            <a:off x="5729132" y="4432635"/>
            <a:ext cx="14159067" cy="1446550"/>
          </a:xfrm>
          <a:prstGeom prst="rect">
            <a:avLst/>
          </a:prstGeom>
          <a:noFill/>
        </p:spPr>
        <p:txBody>
          <a:bodyPr wrap="square" rtlCol="0">
            <a:spAutoFit/>
          </a:bodyPr>
          <a:lstStyle/>
          <a:p>
            <a:pPr algn="l"/>
            <a:r>
              <a:rPr lang="en-US" sz="4400" dirty="0"/>
              <a:t>From April 29, 2015 to April 28, 2025: </a:t>
            </a:r>
          </a:p>
          <a:p>
            <a:pPr algn="l"/>
            <a:r>
              <a:rPr lang="en-US" sz="4400" dirty="0"/>
              <a:t>Adjusted Closing price of QQQ increased by roughly 466%</a:t>
            </a:r>
          </a:p>
        </p:txBody>
      </p:sp>
    </p:spTree>
    <p:extLst>
      <p:ext uri="{BB962C8B-B14F-4D97-AF65-F5344CB8AC3E}">
        <p14:creationId xmlns:p14="http://schemas.microsoft.com/office/powerpoint/2010/main" val="235352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59CBD-F193-94E5-46D5-9D3EC3FEA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3A895-934D-B51D-E643-8EC1A21E7852}"/>
              </a:ext>
            </a:extLst>
          </p:cNvPr>
          <p:cNvSpPr>
            <a:spLocks noGrp="1"/>
          </p:cNvSpPr>
          <p:nvPr>
            <p:ph type="title"/>
          </p:nvPr>
        </p:nvSpPr>
        <p:spPr/>
        <p:txBody>
          <a:bodyPr/>
          <a:lstStyle/>
          <a:p>
            <a:r>
              <a:rPr lang="en-US" dirty="0"/>
              <a:t>Historical Adjusted Closing Prices - SPY</a:t>
            </a:r>
          </a:p>
        </p:txBody>
      </p:sp>
      <p:pic>
        <p:nvPicPr>
          <p:cNvPr id="7" name="Content Placeholder 6">
            <a:extLst>
              <a:ext uri="{FF2B5EF4-FFF2-40B4-BE49-F238E27FC236}">
                <a16:creationId xmlns:a16="http://schemas.microsoft.com/office/drawing/2014/main" id="{6E7B61CE-A29D-02EC-8C68-D6A4C9BC5542}"/>
              </a:ext>
            </a:extLst>
          </p:cNvPr>
          <p:cNvPicPr>
            <a:picLocks noGrp="1" noChangeAspect="1"/>
          </p:cNvPicPr>
          <p:nvPr>
            <p:ph idx="1"/>
          </p:nvPr>
        </p:nvPicPr>
        <p:blipFill>
          <a:blip r:embed="rId2"/>
          <a:stretch>
            <a:fillRect/>
          </a:stretch>
        </p:blipFill>
        <p:spPr>
          <a:xfrm>
            <a:off x="914399" y="2331721"/>
            <a:ext cx="4300513" cy="10932142"/>
          </a:xfrm>
        </p:spPr>
      </p:pic>
      <p:sp>
        <p:nvSpPr>
          <p:cNvPr id="5" name="Slide Number Placeholder 4">
            <a:extLst>
              <a:ext uri="{FF2B5EF4-FFF2-40B4-BE49-F238E27FC236}">
                <a16:creationId xmlns:a16="http://schemas.microsoft.com/office/drawing/2014/main" id="{F6C9CA23-3CE1-9637-852A-308395577BB7}"/>
              </a:ext>
            </a:extLst>
          </p:cNvPr>
          <p:cNvSpPr>
            <a:spLocks noGrp="1"/>
          </p:cNvSpPr>
          <p:nvPr>
            <p:ph type="sldNum" sz="quarter" idx="2"/>
          </p:nvPr>
        </p:nvSpPr>
        <p:spPr/>
        <p:txBody>
          <a:bodyPr/>
          <a:lstStyle/>
          <a:p>
            <a:fld id="{86CB4B4D-7CA3-9044-876B-883B54F8677D}" type="slidenum">
              <a:rPr lang="en-US" smtClean="0"/>
              <a:pPr/>
              <a:t>5</a:t>
            </a:fld>
            <a:endParaRPr lang="en-US" dirty="0"/>
          </a:p>
        </p:txBody>
      </p:sp>
      <p:sp>
        <p:nvSpPr>
          <p:cNvPr id="8" name="TextBox 7">
            <a:extLst>
              <a:ext uri="{FF2B5EF4-FFF2-40B4-BE49-F238E27FC236}">
                <a16:creationId xmlns:a16="http://schemas.microsoft.com/office/drawing/2014/main" id="{C89B55FA-1BB3-6776-4423-52BEA7821907}"/>
              </a:ext>
            </a:extLst>
          </p:cNvPr>
          <p:cNvSpPr txBox="1"/>
          <p:nvPr/>
        </p:nvSpPr>
        <p:spPr>
          <a:xfrm>
            <a:off x="5729132" y="4432635"/>
            <a:ext cx="14159067" cy="1446550"/>
          </a:xfrm>
          <a:prstGeom prst="rect">
            <a:avLst/>
          </a:prstGeom>
          <a:noFill/>
        </p:spPr>
        <p:txBody>
          <a:bodyPr wrap="square" rtlCol="0">
            <a:spAutoFit/>
          </a:bodyPr>
          <a:lstStyle/>
          <a:p>
            <a:pPr algn="l"/>
            <a:r>
              <a:rPr lang="en-US" sz="4400" dirty="0"/>
              <a:t>From April 29, 2015 to April 28, 2025: </a:t>
            </a:r>
          </a:p>
          <a:p>
            <a:pPr algn="l"/>
            <a:r>
              <a:rPr lang="en-US" sz="4400" dirty="0"/>
              <a:t>Adjusted Closing price of SPY increased by roughly 311%</a:t>
            </a:r>
          </a:p>
        </p:txBody>
      </p:sp>
    </p:spTree>
    <p:extLst>
      <p:ext uri="{BB962C8B-B14F-4D97-AF65-F5344CB8AC3E}">
        <p14:creationId xmlns:p14="http://schemas.microsoft.com/office/powerpoint/2010/main" val="131646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4DC77-A8C6-215D-7C95-3BE1AF98E2A3}"/>
            </a:ext>
          </a:extLst>
        </p:cNvPr>
        <p:cNvGrpSpPr/>
        <p:nvPr/>
      </p:nvGrpSpPr>
      <p:grpSpPr>
        <a:xfrm>
          <a:off x="0" y="0"/>
          <a:ext cx="0" cy="0"/>
          <a:chOff x="0" y="0"/>
          <a:chExt cx="0" cy="0"/>
        </a:xfrm>
      </p:grpSpPr>
      <p:pic>
        <p:nvPicPr>
          <p:cNvPr id="1026" name="Picture 2" descr="A graph of a stock market&#10;&#10;AI-generated content may be incorrect.">
            <a:extLst>
              <a:ext uri="{FF2B5EF4-FFF2-40B4-BE49-F238E27FC236}">
                <a16:creationId xmlns:a16="http://schemas.microsoft.com/office/drawing/2014/main" id="{FCC997AA-36C5-B01B-EDD8-A5629022457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0542" y="3209366"/>
            <a:ext cx="12277816" cy="914697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031" name="Content Placeholder 2">
            <a:extLst>
              <a:ext uri="{FF2B5EF4-FFF2-40B4-BE49-F238E27FC236}">
                <a16:creationId xmlns:a16="http://schemas.microsoft.com/office/drawing/2014/main" id="{CE8D0207-33D4-FED3-C33B-0FF5023B302C}"/>
              </a:ext>
            </a:extLst>
          </p:cNvPr>
          <p:cNvSpPr>
            <a:spLocks noGrp="1"/>
          </p:cNvSpPr>
          <p:nvPr>
            <p:ph sz="half" idx="2"/>
          </p:nvPr>
        </p:nvSpPr>
        <p:spPr>
          <a:xfrm>
            <a:off x="13142258" y="3209365"/>
            <a:ext cx="10327342" cy="9146972"/>
          </a:xfrm>
        </p:spPr>
        <p:txBody>
          <a:bodyPr>
            <a:normAutofit/>
          </a:bodyPr>
          <a:lstStyle/>
          <a:p>
            <a:r>
              <a:rPr lang="en-US" sz="4000" dirty="0"/>
              <a:t>QQQ’s cumulative returns far outpaced SPY, notice 2019 to 2021</a:t>
            </a:r>
          </a:p>
          <a:p>
            <a:r>
              <a:rPr lang="en-US" sz="4000" dirty="0"/>
              <a:t>Technology stocks benefitted from pandemic-driven demand for digital services</a:t>
            </a:r>
          </a:p>
          <a:p>
            <a:r>
              <a:rPr lang="en-US" sz="4000" dirty="0"/>
              <a:t>At its peak, QQQ reached 4 times its starting value</a:t>
            </a:r>
          </a:p>
          <a:p>
            <a:r>
              <a:rPr lang="en-US" sz="4000" dirty="0"/>
              <a:t>At its peak, SPY reached about 2.5 times times its starting value</a:t>
            </a:r>
          </a:p>
        </p:txBody>
      </p:sp>
      <p:sp>
        <p:nvSpPr>
          <p:cNvPr id="5" name="Slide Number Placeholder 4">
            <a:extLst>
              <a:ext uri="{FF2B5EF4-FFF2-40B4-BE49-F238E27FC236}">
                <a16:creationId xmlns:a16="http://schemas.microsoft.com/office/drawing/2014/main" id="{96362BFE-0F44-8B12-66CC-B10E23BF804B}"/>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6</a:t>
            </a:fld>
            <a:endParaRPr lang="en-US"/>
          </a:p>
        </p:txBody>
      </p:sp>
      <p:sp>
        <p:nvSpPr>
          <p:cNvPr id="1035" name="Title 5">
            <a:extLst>
              <a:ext uri="{FF2B5EF4-FFF2-40B4-BE49-F238E27FC236}">
                <a16:creationId xmlns:a16="http://schemas.microsoft.com/office/drawing/2014/main" id="{4386628B-8BAF-2554-2F53-C192C0F18228}"/>
              </a:ext>
            </a:extLst>
          </p:cNvPr>
          <p:cNvSpPr>
            <a:spLocks noGrp="1"/>
          </p:cNvSpPr>
          <p:nvPr>
            <p:ph type="title"/>
          </p:nvPr>
        </p:nvSpPr>
        <p:spPr>
          <a:xfrm>
            <a:off x="914399" y="1143000"/>
            <a:ext cx="21031201" cy="1371600"/>
          </a:xfrm>
        </p:spPr>
        <p:txBody>
          <a:bodyPr/>
          <a:lstStyle/>
          <a:p>
            <a:r>
              <a:rPr lang="en-US" dirty="0"/>
              <a:t>Cumulative Returns for QQQ and SPY</a:t>
            </a:r>
          </a:p>
        </p:txBody>
      </p:sp>
    </p:spTree>
    <p:extLst>
      <p:ext uri="{BB962C8B-B14F-4D97-AF65-F5344CB8AC3E}">
        <p14:creationId xmlns:p14="http://schemas.microsoft.com/office/powerpoint/2010/main" val="343860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96D5D-4A60-DF23-3583-B78D9A7E2543}"/>
            </a:ext>
          </a:extLst>
        </p:cNvPr>
        <p:cNvGrpSpPr/>
        <p:nvPr/>
      </p:nvGrpSpPr>
      <p:grpSpPr>
        <a:xfrm>
          <a:off x="0" y="0"/>
          <a:ext cx="0" cy="0"/>
          <a:chOff x="0" y="0"/>
          <a:chExt cx="0" cy="0"/>
        </a:xfrm>
      </p:grpSpPr>
      <p:sp>
        <p:nvSpPr>
          <p:cNvPr id="2066" name="Content Placeholder 1">
            <a:extLst>
              <a:ext uri="{FF2B5EF4-FFF2-40B4-BE49-F238E27FC236}">
                <a16:creationId xmlns:a16="http://schemas.microsoft.com/office/drawing/2014/main" id="{84DBADD0-510E-BF66-94A4-1A4BD0ACAF86}"/>
              </a:ext>
            </a:extLst>
          </p:cNvPr>
          <p:cNvSpPr>
            <a:spLocks noGrp="1"/>
          </p:cNvSpPr>
          <p:nvPr>
            <p:ph sz="half" idx="1"/>
          </p:nvPr>
        </p:nvSpPr>
        <p:spPr>
          <a:xfrm>
            <a:off x="914400" y="3209365"/>
            <a:ext cx="10327342" cy="9146972"/>
          </a:xfrm>
        </p:spPr>
        <p:txBody>
          <a:bodyPr>
            <a:normAutofit/>
          </a:bodyPr>
          <a:lstStyle/>
          <a:p>
            <a:r>
              <a:rPr lang="en-US" sz="4000" dirty="0"/>
              <a:t>QQQ’s upside was greater during bull markets</a:t>
            </a:r>
          </a:p>
          <a:p>
            <a:r>
              <a:rPr lang="en-US" sz="4000" dirty="0"/>
              <a:t>QQQ’s drawdowns were more severe during downturns</a:t>
            </a:r>
          </a:p>
          <a:p>
            <a:r>
              <a:rPr lang="en-US" sz="4000" dirty="0"/>
              <a:t>This highlights the higher risk profile of the technology sector in comparison to the SPY</a:t>
            </a:r>
          </a:p>
        </p:txBody>
      </p:sp>
      <p:pic>
        <p:nvPicPr>
          <p:cNvPr id="2052" name="Picture 4" descr="A graph of a graph showing the number of the stock market returns&#10;&#10;AI-generated content may be incorrect.">
            <a:extLst>
              <a:ext uri="{FF2B5EF4-FFF2-40B4-BE49-F238E27FC236}">
                <a16:creationId xmlns:a16="http://schemas.microsoft.com/office/drawing/2014/main" id="{1FD09158-96C2-7A15-76E7-05F49577BF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508946" y="3227973"/>
            <a:ext cx="12252838" cy="912836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6FB93EE-9136-DFBD-5F66-22AD96C32184}"/>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7</a:t>
            </a:fld>
            <a:endParaRPr lang="en-US"/>
          </a:p>
        </p:txBody>
      </p:sp>
      <p:sp>
        <p:nvSpPr>
          <p:cNvPr id="2" name="Title 1">
            <a:extLst>
              <a:ext uri="{FF2B5EF4-FFF2-40B4-BE49-F238E27FC236}">
                <a16:creationId xmlns:a16="http://schemas.microsoft.com/office/drawing/2014/main" id="{9E8A4AD5-0DFD-5057-3C87-8AED08F1F14A}"/>
              </a:ext>
            </a:extLst>
          </p:cNvPr>
          <p:cNvSpPr>
            <a:spLocks noGrp="1"/>
          </p:cNvSpPr>
          <p:nvPr>
            <p:ph type="title"/>
          </p:nvPr>
        </p:nvSpPr>
        <p:spPr>
          <a:xfrm>
            <a:off x="914399" y="1143000"/>
            <a:ext cx="21031201" cy="1371600"/>
          </a:xfrm>
        </p:spPr>
        <p:txBody>
          <a:bodyPr anchor="ctr">
            <a:normAutofit/>
          </a:bodyPr>
          <a:lstStyle/>
          <a:p>
            <a:r>
              <a:rPr lang="en-US" dirty="0"/>
              <a:t>Rolling Annual Returns for QQQ and SPY</a:t>
            </a:r>
          </a:p>
        </p:txBody>
      </p:sp>
    </p:spTree>
    <p:extLst>
      <p:ext uri="{BB962C8B-B14F-4D97-AF65-F5344CB8AC3E}">
        <p14:creationId xmlns:p14="http://schemas.microsoft.com/office/powerpoint/2010/main" val="3150298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CAD0-2104-AB37-14DB-F0D12D009043}"/>
            </a:ext>
          </a:extLst>
        </p:cNvPr>
        <p:cNvGrpSpPr/>
        <p:nvPr/>
      </p:nvGrpSpPr>
      <p:grpSpPr>
        <a:xfrm>
          <a:off x="0" y="0"/>
          <a:ext cx="0" cy="0"/>
          <a:chOff x="0" y="0"/>
          <a:chExt cx="0" cy="0"/>
        </a:xfrm>
      </p:grpSpPr>
      <p:pic>
        <p:nvPicPr>
          <p:cNvPr id="3074" name="Picture 2" descr="A graph of a graph with numbers and lines&#10;&#10;AI-generated content may be incorrect.">
            <a:extLst>
              <a:ext uri="{FF2B5EF4-FFF2-40B4-BE49-F238E27FC236}">
                <a16:creationId xmlns:a16="http://schemas.microsoft.com/office/drawing/2014/main" id="{24C0CADB-8D77-28EF-E644-1D03735A81B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3666" y="3209364"/>
            <a:ext cx="12277814" cy="914697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079" name="Content Placeholder 2">
            <a:extLst>
              <a:ext uri="{FF2B5EF4-FFF2-40B4-BE49-F238E27FC236}">
                <a16:creationId xmlns:a16="http://schemas.microsoft.com/office/drawing/2014/main" id="{9D77B529-2D02-AE83-3C75-454A3D067FD2}"/>
              </a:ext>
            </a:extLst>
          </p:cNvPr>
          <p:cNvSpPr>
            <a:spLocks noGrp="1"/>
          </p:cNvSpPr>
          <p:nvPr>
            <p:ph sz="half" idx="2"/>
          </p:nvPr>
        </p:nvSpPr>
        <p:spPr>
          <a:xfrm>
            <a:off x="13142258" y="3209365"/>
            <a:ext cx="10327342" cy="9146972"/>
          </a:xfrm>
        </p:spPr>
        <p:txBody>
          <a:bodyPr>
            <a:normAutofit/>
          </a:bodyPr>
          <a:lstStyle/>
          <a:p>
            <a:r>
              <a:rPr lang="en-US" sz="4000" dirty="0"/>
              <a:t>The downside of QQQ’s outperformance of SPY has come with greater volatility</a:t>
            </a:r>
          </a:p>
          <a:p>
            <a:r>
              <a:rPr lang="en-US" sz="4000" dirty="0"/>
              <a:t>QQQ’s volatility is consistently higher than SPY</a:t>
            </a:r>
          </a:p>
          <a:p>
            <a:r>
              <a:rPr lang="en-US" sz="4000" dirty="0"/>
              <a:t>This is emphasized during periods of market stress</a:t>
            </a:r>
          </a:p>
          <a:p>
            <a:pPr lvl="1"/>
            <a:r>
              <a:rPr lang="en-US" sz="3600" dirty="0"/>
              <a:t>Most notably the 2020 pandemic selloff and the 2022-2023 correction</a:t>
            </a:r>
          </a:p>
        </p:txBody>
      </p:sp>
      <p:sp>
        <p:nvSpPr>
          <p:cNvPr id="5" name="Slide Number Placeholder 4">
            <a:extLst>
              <a:ext uri="{FF2B5EF4-FFF2-40B4-BE49-F238E27FC236}">
                <a16:creationId xmlns:a16="http://schemas.microsoft.com/office/drawing/2014/main" id="{11C27828-2B4D-7DC5-24A4-0FC57A794CE2}"/>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8</a:t>
            </a:fld>
            <a:endParaRPr lang="en-US"/>
          </a:p>
        </p:txBody>
      </p:sp>
      <p:sp>
        <p:nvSpPr>
          <p:cNvPr id="2" name="Title 1">
            <a:extLst>
              <a:ext uri="{FF2B5EF4-FFF2-40B4-BE49-F238E27FC236}">
                <a16:creationId xmlns:a16="http://schemas.microsoft.com/office/drawing/2014/main" id="{F616A9A9-87CB-BAA2-3329-7458646DC24B}"/>
              </a:ext>
            </a:extLst>
          </p:cNvPr>
          <p:cNvSpPr>
            <a:spLocks noGrp="1"/>
          </p:cNvSpPr>
          <p:nvPr>
            <p:ph type="title"/>
          </p:nvPr>
        </p:nvSpPr>
        <p:spPr>
          <a:xfrm>
            <a:off x="914399" y="1143000"/>
            <a:ext cx="21031201" cy="1371600"/>
          </a:xfrm>
        </p:spPr>
        <p:txBody>
          <a:bodyPr anchor="ctr">
            <a:normAutofit/>
          </a:bodyPr>
          <a:lstStyle/>
          <a:p>
            <a:r>
              <a:rPr lang="en-US" dirty="0"/>
              <a:t>Rolling Annual Volatility for QQQ and SPY</a:t>
            </a:r>
          </a:p>
        </p:txBody>
      </p:sp>
    </p:spTree>
    <p:extLst>
      <p:ext uri="{BB962C8B-B14F-4D97-AF65-F5344CB8AC3E}">
        <p14:creationId xmlns:p14="http://schemas.microsoft.com/office/powerpoint/2010/main" val="235197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2CD97-9608-DBC8-86DE-0604C2F4A139}"/>
            </a:ext>
          </a:extLst>
        </p:cNvPr>
        <p:cNvGrpSpPr/>
        <p:nvPr/>
      </p:nvGrpSpPr>
      <p:grpSpPr>
        <a:xfrm>
          <a:off x="0" y="0"/>
          <a:ext cx="0" cy="0"/>
          <a:chOff x="0" y="0"/>
          <a:chExt cx="0" cy="0"/>
        </a:xfrm>
      </p:grpSpPr>
      <p:sp>
        <p:nvSpPr>
          <p:cNvPr id="3079" name="Content Placeholder 2">
            <a:extLst>
              <a:ext uri="{FF2B5EF4-FFF2-40B4-BE49-F238E27FC236}">
                <a16:creationId xmlns:a16="http://schemas.microsoft.com/office/drawing/2014/main" id="{5AC527AB-42EB-C51A-E720-786E315D1B02}"/>
              </a:ext>
            </a:extLst>
          </p:cNvPr>
          <p:cNvSpPr>
            <a:spLocks noGrp="1"/>
          </p:cNvSpPr>
          <p:nvPr>
            <p:ph sz="half" idx="2"/>
          </p:nvPr>
        </p:nvSpPr>
        <p:spPr>
          <a:xfrm>
            <a:off x="914398" y="3209365"/>
            <a:ext cx="16413481" cy="9146972"/>
          </a:xfrm>
        </p:spPr>
        <p:txBody>
          <a:bodyPr>
            <a:normAutofit/>
          </a:bodyPr>
          <a:lstStyle/>
          <a:p>
            <a:r>
              <a:rPr lang="en-US" sz="4000" dirty="0"/>
              <a:t>Calculated Beta of QQQ relative to SPY: 1.1534</a:t>
            </a:r>
          </a:p>
          <a:p>
            <a:r>
              <a:rPr lang="en-US" sz="4000" dirty="0"/>
              <a:t>Indicates that QQQ is more responsive to market movements than SPY</a:t>
            </a:r>
          </a:p>
          <a:p>
            <a:r>
              <a:rPr lang="en-US" sz="4000" dirty="0"/>
              <a:t>2020 to 2021 saw QQQ’s annual returns and volatility surge to historic highs</a:t>
            </a:r>
          </a:p>
          <a:p>
            <a:r>
              <a:rPr lang="en-US" sz="4000" dirty="0"/>
              <a:t>Reflects the sector’s exposure to the benefits and risks of rapid innovation and volatile economic conditions</a:t>
            </a:r>
          </a:p>
          <a:p>
            <a:r>
              <a:rPr lang="en-US" sz="4000" dirty="0"/>
              <a:t>More recently, the gap between QQQ and SPY narrowed due to rising interest rates and shifting market sentiment</a:t>
            </a:r>
          </a:p>
        </p:txBody>
      </p:sp>
      <p:sp>
        <p:nvSpPr>
          <p:cNvPr id="5" name="Slide Number Placeholder 4">
            <a:extLst>
              <a:ext uri="{FF2B5EF4-FFF2-40B4-BE49-F238E27FC236}">
                <a16:creationId xmlns:a16="http://schemas.microsoft.com/office/drawing/2014/main" id="{3C61E987-AD48-2869-C921-1603C448AE9F}"/>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9</a:t>
            </a:fld>
            <a:endParaRPr lang="en-US"/>
          </a:p>
        </p:txBody>
      </p:sp>
      <p:sp>
        <p:nvSpPr>
          <p:cNvPr id="2" name="Title 1">
            <a:extLst>
              <a:ext uri="{FF2B5EF4-FFF2-40B4-BE49-F238E27FC236}">
                <a16:creationId xmlns:a16="http://schemas.microsoft.com/office/drawing/2014/main" id="{652B347F-0BE0-B28E-12E0-757A5525001E}"/>
              </a:ext>
            </a:extLst>
          </p:cNvPr>
          <p:cNvSpPr>
            <a:spLocks noGrp="1"/>
          </p:cNvSpPr>
          <p:nvPr>
            <p:ph type="title"/>
          </p:nvPr>
        </p:nvSpPr>
        <p:spPr>
          <a:xfrm>
            <a:off x="914399" y="1143000"/>
            <a:ext cx="21031201" cy="1371600"/>
          </a:xfrm>
        </p:spPr>
        <p:txBody>
          <a:bodyPr anchor="ctr">
            <a:normAutofit/>
          </a:bodyPr>
          <a:lstStyle/>
          <a:p>
            <a:r>
              <a:rPr lang="en-US" dirty="0"/>
              <a:t>Technology Sector Beta relative to S&amp;P 500</a:t>
            </a:r>
          </a:p>
        </p:txBody>
      </p:sp>
    </p:spTree>
    <p:extLst>
      <p:ext uri="{BB962C8B-B14F-4D97-AF65-F5344CB8AC3E}">
        <p14:creationId xmlns:p14="http://schemas.microsoft.com/office/powerpoint/2010/main" val="295490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BE17-5694-83A2-0137-0605F38C1F7F}"/>
            </a:ext>
          </a:extLst>
        </p:cNvPr>
        <p:cNvGrpSpPr/>
        <p:nvPr/>
      </p:nvGrpSpPr>
      <p:grpSpPr>
        <a:xfrm>
          <a:off x="0" y="0"/>
          <a:ext cx="0" cy="0"/>
          <a:chOff x="0" y="0"/>
          <a:chExt cx="0" cy="0"/>
        </a:xfrm>
      </p:grpSpPr>
      <p:sp>
        <p:nvSpPr>
          <p:cNvPr id="3079" name="Content Placeholder 2">
            <a:extLst>
              <a:ext uri="{FF2B5EF4-FFF2-40B4-BE49-F238E27FC236}">
                <a16:creationId xmlns:a16="http://schemas.microsoft.com/office/drawing/2014/main" id="{6416438C-0BF1-1FCC-4636-255257FF04B4}"/>
              </a:ext>
            </a:extLst>
          </p:cNvPr>
          <p:cNvSpPr>
            <a:spLocks noGrp="1"/>
          </p:cNvSpPr>
          <p:nvPr>
            <p:ph sz="half" idx="2"/>
          </p:nvPr>
        </p:nvSpPr>
        <p:spPr>
          <a:xfrm>
            <a:off x="457199" y="2286000"/>
            <a:ext cx="23469602" cy="10070337"/>
          </a:xfrm>
        </p:spPr>
        <p:txBody>
          <a:bodyPr>
            <a:normAutofit/>
          </a:bodyPr>
          <a:lstStyle/>
          <a:p>
            <a:r>
              <a:rPr lang="en-US" sz="4000" dirty="0"/>
              <a:t>Strategic Portfolio Allocation</a:t>
            </a:r>
          </a:p>
          <a:p>
            <a:pPr lvl="1"/>
            <a:r>
              <a:rPr lang="en-US" sz="3600" dirty="0"/>
              <a:t>Investors might consider overweighting technology for higher long-term returns</a:t>
            </a:r>
          </a:p>
          <a:p>
            <a:r>
              <a:rPr lang="en-US" sz="4000" dirty="0"/>
              <a:t>Risk-Return Tradeoff</a:t>
            </a:r>
          </a:p>
          <a:p>
            <a:pPr lvl="1"/>
            <a:r>
              <a:rPr lang="en-US" sz="3600" dirty="0"/>
              <a:t>The higher Beta (1.1534) indicates amplified gains but also steeper losses – QQQ better suited for risk-tolerant allocations</a:t>
            </a:r>
          </a:p>
          <a:p>
            <a:r>
              <a:rPr lang="en-US" sz="4000" dirty="0"/>
              <a:t>Economic Sensitivity and Interest Rate Risk</a:t>
            </a:r>
          </a:p>
          <a:p>
            <a:pPr lvl="1"/>
            <a:r>
              <a:rPr lang="en-US" sz="3600" dirty="0"/>
              <a:t>Recent narrowing performance gap indicates technology’s vulnerability to macroeconomic shifts like rising interest rates</a:t>
            </a:r>
          </a:p>
          <a:p>
            <a:r>
              <a:rPr lang="en-US" sz="4000" dirty="0"/>
              <a:t>Need for diversification</a:t>
            </a:r>
          </a:p>
          <a:p>
            <a:pPr lvl="1"/>
            <a:r>
              <a:rPr lang="en-US" sz="3600" dirty="0"/>
              <a:t>Smooth out risk for more conservative investors or those nearing retirement – blending sector ETFs reduces drawdowns</a:t>
            </a:r>
          </a:p>
          <a:p>
            <a:r>
              <a:rPr lang="en-US" sz="4000" dirty="0"/>
              <a:t>Further Research</a:t>
            </a:r>
          </a:p>
          <a:p>
            <a:pPr lvl="1"/>
            <a:r>
              <a:rPr lang="en-US" sz="3600" dirty="0"/>
              <a:t>Value in exploring multi-factor models or macroeconomic overlays to better attribute performance and manage risk</a:t>
            </a:r>
          </a:p>
        </p:txBody>
      </p:sp>
      <p:sp>
        <p:nvSpPr>
          <p:cNvPr id="5" name="Slide Number Placeholder 4">
            <a:extLst>
              <a:ext uri="{FF2B5EF4-FFF2-40B4-BE49-F238E27FC236}">
                <a16:creationId xmlns:a16="http://schemas.microsoft.com/office/drawing/2014/main" id="{41A86F1D-ED67-772A-E006-011DDB362BD6}"/>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10</a:t>
            </a:fld>
            <a:endParaRPr lang="en-US"/>
          </a:p>
        </p:txBody>
      </p:sp>
      <p:sp>
        <p:nvSpPr>
          <p:cNvPr id="2" name="Title 1">
            <a:extLst>
              <a:ext uri="{FF2B5EF4-FFF2-40B4-BE49-F238E27FC236}">
                <a16:creationId xmlns:a16="http://schemas.microsoft.com/office/drawing/2014/main" id="{87611F1A-6E64-6225-7251-F7DB0C7376AF}"/>
              </a:ext>
            </a:extLst>
          </p:cNvPr>
          <p:cNvSpPr>
            <a:spLocks noGrp="1"/>
          </p:cNvSpPr>
          <p:nvPr>
            <p:ph type="title"/>
          </p:nvPr>
        </p:nvSpPr>
        <p:spPr>
          <a:xfrm>
            <a:off x="914399" y="1143000"/>
            <a:ext cx="21031201" cy="1371600"/>
          </a:xfrm>
        </p:spPr>
        <p:txBody>
          <a:bodyPr anchor="ctr">
            <a:normAutofit/>
          </a:bodyPr>
          <a:lstStyle/>
          <a:p>
            <a:r>
              <a:rPr lang="en-US" dirty="0"/>
              <a:t>Implications</a:t>
            </a:r>
          </a:p>
        </p:txBody>
      </p:sp>
    </p:spTree>
    <p:extLst>
      <p:ext uri="{BB962C8B-B14F-4D97-AF65-F5344CB8AC3E}">
        <p14:creationId xmlns:p14="http://schemas.microsoft.com/office/powerpoint/2010/main" val="3569181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0C88A-F266-EAEC-7500-6685ED5E731C}"/>
            </a:ext>
          </a:extLst>
        </p:cNvPr>
        <p:cNvGrpSpPr/>
        <p:nvPr/>
      </p:nvGrpSpPr>
      <p:grpSpPr>
        <a:xfrm>
          <a:off x="0" y="0"/>
          <a:ext cx="0" cy="0"/>
          <a:chOff x="0" y="0"/>
          <a:chExt cx="0" cy="0"/>
        </a:xfrm>
      </p:grpSpPr>
      <p:sp>
        <p:nvSpPr>
          <p:cNvPr id="3079" name="Content Placeholder 2">
            <a:extLst>
              <a:ext uri="{FF2B5EF4-FFF2-40B4-BE49-F238E27FC236}">
                <a16:creationId xmlns:a16="http://schemas.microsoft.com/office/drawing/2014/main" id="{13D70BE1-0756-DA2F-6E54-4AB5388A7C0E}"/>
              </a:ext>
            </a:extLst>
          </p:cNvPr>
          <p:cNvSpPr>
            <a:spLocks noGrp="1"/>
          </p:cNvSpPr>
          <p:nvPr>
            <p:ph sz="half" idx="2"/>
          </p:nvPr>
        </p:nvSpPr>
        <p:spPr>
          <a:xfrm>
            <a:off x="457199" y="2286000"/>
            <a:ext cx="23469602" cy="10070337"/>
          </a:xfrm>
        </p:spPr>
        <p:txBody>
          <a:bodyPr>
            <a:normAutofit/>
          </a:bodyPr>
          <a:lstStyle/>
          <a:p>
            <a:r>
              <a:rPr lang="en-US" sz="6000" dirty="0"/>
              <a:t>Our analysis is based on historical price data, so it may not fully capture impact of dividends or changes in index composition</a:t>
            </a:r>
          </a:p>
          <a:p>
            <a:r>
              <a:rPr lang="en-US" sz="6000" dirty="0"/>
              <a:t>Our study does not address survivorship bias or macroeconomic factors that could explain shifts in volatility or returns</a:t>
            </a:r>
          </a:p>
          <a:p>
            <a:r>
              <a:rPr lang="en-US" sz="6000" dirty="0"/>
              <a:t>Future research could incorporate other sector ETFs, analyze impact of economic variables, or apply multi-risk factor models</a:t>
            </a:r>
          </a:p>
        </p:txBody>
      </p:sp>
      <p:sp>
        <p:nvSpPr>
          <p:cNvPr id="5" name="Slide Number Placeholder 4">
            <a:extLst>
              <a:ext uri="{FF2B5EF4-FFF2-40B4-BE49-F238E27FC236}">
                <a16:creationId xmlns:a16="http://schemas.microsoft.com/office/drawing/2014/main" id="{570F0226-9B20-E4A1-6708-1A31758AE7A0}"/>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11</a:t>
            </a:fld>
            <a:endParaRPr lang="en-US"/>
          </a:p>
        </p:txBody>
      </p:sp>
      <p:sp>
        <p:nvSpPr>
          <p:cNvPr id="2" name="Title 1">
            <a:extLst>
              <a:ext uri="{FF2B5EF4-FFF2-40B4-BE49-F238E27FC236}">
                <a16:creationId xmlns:a16="http://schemas.microsoft.com/office/drawing/2014/main" id="{FF281F33-3F2D-77A2-ED27-8331A5DE912C}"/>
              </a:ext>
            </a:extLst>
          </p:cNvPr>
          <p:cNvSpPr>
            <a:spLocks noGrp="1"/>
          </p:cNvSpPr>
          <p:nvPr>
            <p:ph type="title"/>
          </p:nvPr>
        </p:nvSpPr>
        <p:spPr>
          <a:xfrm>
            <a:off x="914399" y="1143000"/>
            <a:ext cx="21031201" cy="1371600"/>
          </a:xfrm>
        </p:spPr>
        <p:txBody>
          <a:bodyPr anchor="ctr">
            <a:normAutofit/>
          </a:bodyPr>
          <a:lstStyle/>
          <a:p>
            <a:r>
              <a:rPr lang="en-US" dirty="0"/>
              <a:t>Limitations</a:t>
            </a:r>
          </a:p>
        </p:txBody>
      </p:sp>
    </p:spTree>
    <p:extLst>
      <p:ext uri="{BB962C8B-B14F-4D97-AF65-F5344CB8AC3E}">
        <p14:creationId xmlns:p14="http://schemas.microsoft.com/office/powerpoint/2010/main" val="3196312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C9E5-0704-91C5-5018-1FF51BE69F37}"/>
            </a:ext>
          </a:extLst>
        </p:cNvPr>
        <p:cNvGrpSpPr/>
        <p:nvPr/>
      </p:nvGrpSpPr>
      <p:grpSpPr>
        <a:xfrm>
          <a:off x="0" y="0"/>
          <a:ext cx="0" cy="0"/>
          <a:chOff x="0" y="0"/>
          <a:chExt cx="0" cy="0"/>
        </a:xfrm>
      </p:grpSpPr>
      <p:sp>
        <p:nvSpPr>
          <p:cNvPr id="3079" name="Content Placeholder 2">
            <a:extLst>
              <a:ext uri="{FF2B5EF4-FFF2-40B4-BE49-F238E27FC236}">
                <a16:creationId xmlns:a16="http://schemas.microsoft.com/office/drawing/2014/main" id="{32E94243-CA2F-34FE-A7E2-5F64C2877B2B}"/>
              </a:ext>
            </a:extLst>
          </p:cNvPr>
          <p:cNvSpPr>
            <a:spLocks noGrp="1"/>
          </p:cNvSpPr>
          <p:nvPr>
            <p:ph sz="half" idx="2"/>
          </p:nvPr>
        </p:nvSpPr>
        <p:spPr>
          <a:xfrm>
            <a:off x="457199" y="2286000"/>
            <a:ext cx="23469602" cy="10070337"/>
          </a:xfrm>
        </p:spPr>
        <p:txBody>
          <a:bodyPr>
            <a:noAutofit/>
          </a:bodyPr>
          <a:lstStyle/>
          <a:p>
            <a:r>
              <a:rPr lang="en-US" sz="4800" dirty="0"/>
              <a:t>Technology sector delivered superior returns relative to the broader market over the past decade</a:t>
            </a:r>
          </a:p>
          <a:p>
            <a:pPr lvl="1"/>
            <a:r>
              <a:rPr lang="en-US" sz="4800" dirty="0"/>
              <a:t>Important to factor in significantly higher volatility and risk</a:t>
            </a:r>
          </a:p>
          <a:p>
            <a:r>
              <a:rPr lang="en-US" sz="4800" dirty="0"/>
              <a:t>Investors should balance the potential for outsized gains against the likelihood of larger drawdowns, especially during market turbulence</a:t>
            </a:r>
          </a:p>
          <a:p>
            <a:r>
              <a:rPr lang="en-US" sz="4800" dirty="0"/>
              <a:t>Greater allocations to technology can enhance long-term portfolio growth, but only with full awareness of risks</a:t>
            </a:r>
          </a:p>
          <a:p>
            <a:r>
              <a:rPr lang="en-US" sz="4800" dirty="0"/>
              <a:t>QQQ serves well for risk-tolerant investors, but for others, a more balances and diversified approach might be more suitable</a:t>
            </a:r>
          </a:p>
          <a:p>
            <a:endParaRPr lang="en-US" sz="4800" dirty="0"/>
          </a:p>
        </p:txBody>
      </p:sp>
      <p:sp>
        <p:nvSpPr>
          <p:cNvPr id="5" name="Slide Number Placeholder 4">
            <a:extLst>
              <a:ext uri="{FF2B5EF4-FFF2-40B4-BE49-F238E27FC236}">
                <a16:creationId xmlns:a16="http://schemas.microsoft.com/office/drawing/2014/main" id="{02DCA344-A09F-DD6A-741E-E64292D26634}"/>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12</a:t>
            </a:fld>
            <a:endParaRPr lang="en-US"/>
          </a:p>
        </p:txBody>
      </p:sp>
      <p:sp>
        <p:nvSpPr>
          <p:cNvPr id="2" name="Title 1">
            <a:extLst>
              <a:ext uri="{FF2B5EF4-FFF2-40B4-BE49-F238E27FC236}">
                <a16:creationId xmlns:a16="http://schemas.microsoft.com/office/drawing/2014/main" id="{5D230713-C14B-1581-7068-589A0FDDDD11}"/>
              </a:ext>
            </a:extLst>
          </p:cNvPr>
          <p:cNvSpPr>
            <a:spLocks noGrp="1"/>
          </p:cNvSpPr>
          <p:nvPr>
            <p:ph type="title"/>
          </p:nvPr>
        </p:nvSpPr>
        <p:spPr>
          <a:xfrm>
            <a:off x="914399" y="1143000"/>
            <a:ext cx="21031201" cy="1371600"/>
          </a:xfrm>
        </p:spPr>
        <p:txBody>
          <a:bodyPr anchor="ctr">
            <a:normAutofit/>
          </a:bodyPr>
          <a:lstStyle/>
          <a:p>
            <a:r>
              <a:rPr lang="en-US" dirty="0"/>
              <a:t>Conclusions</a:t>
            </a:r>
          </a:p>
        </p:txBody>
      </p:sp>
    </p:spTree>
    <p:extLst>
      <p:ext uri="{BB962C8B-B14F-4D97-AF65-F5344CB8AC3E}">
        <p14:creationId xmlns:p14="http://schemas.microsoft.com/office/powerpoint/2010/main" val="1748572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58363"/>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96a6368-7521-4ee3-8a8d-a1311be675ab" xsi:nil="true"/>
    <lcf76f155ced4ddcb4097134ff3c332f xmlns="6c9a0161-f457-41a4-b533-3bd003b535d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B6CB155FAA9D4B80B7B64B6B4FA188" ma:contentTypeVersion="12" ma:contentTypeDescription="Create a new document." ma:contentTypeScope="" ma:versionID="6dedcad094c6825a2d2265a3204ca033">
  <xsd:schema xmlns:xsd="http://www.w3.org/2001/XMLSchema" xmlns:xs="http://www.w3.org/2001/XMLSchema" xmlns:p="http://schemas.microsoft.com/office/2006/metadata/properties" xmlns:ns2="6c9a0161-f457-41a4-b533-3bd003b535df" xmlns:ns3="096a6368-7521-4ee3-8a8d-a1311be675ab" targetNamespace="http://schemas.microsoft.com/office/2006/metadata/properties" ma:root="true" ma:fieldsID="a3468b99455168ddc1284ddf0e7fed9d" ns2:_="" ns3:_="">
    <xsd:import namespace="6c9a0161-f457-41a4-b533-3bd003b535df"/>
    <xsd:import namespace="096a6368-7521-4ee3-8a8d-a1311be675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0161-f457-41a4-b533-3bd003b53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1a94d3-361c-4fb2-8e79-cb69b3aef04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a6368-7521-4ee3-8a8d-a1311be675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d937db-1fcf-48ac-96a0-f416ad14630a}" ma:internalName="TaxCatchAll" ma:showField="CatchAllData" ma:web="096a6368-7521-4ee3-8a8d-a1311be67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79851F-D594-4436-AA2A-42EDEC9C9E16}">
  <ds:schemaRefs>
    <ds:schemaRef ds:uri="http://schemas.microsoft.com/office/2006/metadata/properties"/>
    <ds:schemaRef ds:uri="http://schemas.microsoft.com/office/infopath/2007/PartnerControls"/>
    <ds:schemaRef ds:uri="096a6368-7521-4ee3-8a8d-a1311be675ab"/>
    <ds:schemaRef ds:uri="6c9a0161-f457-41a4-b533-3bd003b535df"/>
  </ds:schemaRefs>
</ds:datastoreItem>
</file>

<file path=customXml/itemProps2.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3.xml><?xml version="1.0" encoding="utf-8"?>
<ds:datastoreItem xmlns:ds="http://schemas.openxmlformats.org/officeDocument/2006/customXml" ds:itemID="{BBDA7368-A5EA-47DC-80E1-7E5D350EE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9a0161-f457-41a4-b533-3bd003b535df"/>
    <ds:schemaRef ds:uri="096a6368-7521-4ee3-8a8d-a1311be675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2025 TradersAtSMU Template</Template>
  <TotalTime>116</TotalTime>
  <Words>571</Words>
  <Application>Microsoft Office PowerPoint</Application>
  <PresentationFormat>Custom</PresentationFormat>
  <Paragraphs>79</Paragraphs>
  <Slides>13</Slides>
  <Notes>0</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13</vt:i4>
      </vt:variant>
    </vt:vector>
  </HeadingPairs>
  <TitlesOfParts>
    <vt:vector size="26" baseType="lpstr">
      <vt:lpstr>Aptos</vt:lpstr>
      <vt:lpstr>Arial</vt:lpstr>
      <vt:lpstr>Helvetica Neue</vt:lpstr>
      <vt:lpstr>Helvetica Neue Medium</vt:lpstr>
      <vt:lpstr>Inter</vt:lpstr>
      <vt:lpstr>Inter Medium</vt:lpstr>
      <vt:lpstr>Inter SemiBold</vt:lpstr>
      <vt:lpstr>Poppins</vt:lpstr>
      <vt:lpstr>Poppins Medium</vt:lpstr>
      <vt:lpstr>Covers</vt:lpstr>
      <vt:lpstr>Content</vt:lpstr>
      <vt:lpstr>Sections</vt:lpstr>
      <vt:lpstr>Closing</vt:lpstr>
      <vt:lpstr>Sector Performance vs. Market Benchmark</vt:lpstr>
      <vt:lpstr>Agenda</vt:lpstr>
      <vt:lpstr>Introduction</vt:lpstr>
      <vt:lpstr>Historical Adjusted Closing Prices - QQQ</vt:lpstr>
      <vt:lpstr>Historical Adjusted Closing Prices - SPY</vt:lpstr>
      <vt:lpstr>Cumulative Returns for QQQ and SPY</vt:lpstr>
      <vt:lpstr>Rolling Annual Returns for QQQ and SPY</vt:lpstr>
      <vt:lpstr>Rolling Annual Volatility for QQQ and SPY</vt:lpstr>
      <vt:lpstr>Technology Sector Beta relative to S&amp;P 500</vt:lpstr>
      <vt:lpstr>Implications</vt:lpstr>
      <vt:lpstr>Limitations</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Dillon Foord</dc:creator>
  <cp:lastModifiedBy>Dillon Foord</cp:lastModifiedBy>
  <cp:revision>1</cp:revision>
  <dcterms:created xsi:type="dcterms:W3CDTF">2025-04-30T00:27:46Z</dcterms:created>
  <dcterms:modified xsi:type="dcterms:W3CDTF">2025-04-30T02:24:07Z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0x0101000FB6CB155FAA9D4B80B7B64B6B4FA188</vt:lpwstr>
  </property>
  <property fmtid="{D5CDD505-2E9C-101B-9397-08002B2CF9AE}" pid="3" name="MediaServiceImageTags">
    <vt:lpwstr/>
  </property>
</Properties>
</file>